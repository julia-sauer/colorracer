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FF5B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FA4B9-E461-4AA7-8BF8-20C8D58AF2CE}" v="65" dt="2025-03-05T14:06:23.794"/>
    <p1510:client id="{3FF28B83-80F2-4910-BA2E-FDF4D798EBDF}" v="125" dt="2025-03-05T11:02:51.249"/>
    <p1510:client id="{9AD988B7-4580-EF57-8081-80C0B63BC223}" v="47" dt="2025-03-05T13:01:49.027"/>
    <p1510:client id="{9C579AE9-787D-44EB-A400-3D5CBF5EF320}" v="39" dt="2025-03-04T20:44:04.088"/>
    <p1510:client id="{F0D4D011-0BDF-9CA6-4915-82CAA173EDBF}" v="1" dt="2025-03-05T13:40:30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0A0054-50D7-4827-86C9-3E08A171725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444D72C-134E-4729-87C4-987A50C146E4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Ziel </a:t>
          </a:r>
          <a:endParaRPr lang="en-US"/>
        </a:p>
      </dgm:t>
    </dgm:pt>
    <dgm:pt modelId="{5E430020-958E-42DD-80E0-1055B6F95636}" type="parTrans" cxnId="{C98578F0-0FCA-4ECC-8C48-0CB40780CE1F}">
      <dgm:prSet/>
      <dgm:spPr/>
      <dgm:t>
        <a:bodyPr/>
        <a:lstStyle/>
        <a:p>
          <a:endParaRPr lang="en-US"/>
        </a:p>
      </dgm:t>
    </dgm:pt>
    <dgm:pt modelId="{5EC31C5F-DE63-4BBB-B5BA-AD6CFBC4B21E}" type="sibTrans" cxnId="{C98578F0-0FCA-4ECC-8C48-0CB40780CE1F}">
      <dgm:prSet/>
      <dgm:spPr/>
      <dgm:t>
        <a:bodyPr/>
        <a:lstStyle/>
        <a:p>
          <a:endParaRPr lang="en-US"/>
        </a:p>
      </dgm:t>
    </dgm:pt>
    <dgm:pt modelId="{44007EFF-DFF8-45C9-95EE-27BDFE384455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Regeln</a:t>
          </a:r>
          <a:endParaRPr lang="en-US"/>
        </a:p>
      </dgm:t>
    </dgm:pt>
    <dgm:pt modelId="{D6DAE80A-24D3-4636-B165-B65B5742FD48}" type="parTrans" cxnId="{23ED3A21-9678-46FA-BAC0-D89D80356079}">
      <dgm:prSet/>
      <dgm:spPr/>
      <dgm:t>
        <a:bodyPr/>
        <a:lstStyle/>
        <a:p>
          <a:endParaRPr lang="en-US"/>
        </a:p>
      </dgm:t>
    </dgm:pt>
    <dgm:pt modelId="{280F4EE2-DC08-4387-BBC9-0A3948BF2F16}" type="sibTrans" cxnId="{23ED3A21-9678-46FA-BAC0-D89D80356079}">
      <dgm:prSet/>
      <dgm:spPr/>
      <dgm:t>
        <a:bodyPr/>
        <a:lstStyle/>
        <a:p>
          <a:endParaRPr lang="en-US"/>
        </a:p>
      </dgm:t>
    </dgm:pt>
    <dgm:pt modelId="{E3400163-0064-42D7-B233-30E676CB23AE}" type="pres">
      <dgm:prSet presAssocID="{310A0054-50D7-4827-86C9-3E08A1717254}" presName="root" presStyleCnt="0">
        <dgm:presLayoutVars>
          <dgm:dir/>
          <dgm:resizeHandles val="exact"/>
        </dgm:presLayoutVars>
      </dgm:prSet>
      <dgm:spPr/>
    </dgm:pt>
    <dgm:pt modelId="{3325DB72-C41A-42DD-A539-BF27AAE577FE}" type="pres">
      <dgm:prSet presAssocID="{0444D72C-134E-4729-87C4-987A50C146E4}" presName="compNode" presStyleCnt="0"/>
      <dgm:spPr/>
    </dgm:pt>
    <dgm:pt modelId="{277B6A44-C059-458F-9F90-F51685E37B20}" type="pres">
      <dgm:prSet presAssocID="{0444D72C-134E-4729-87C4-987A50C146E4}" presName="bgRect" presStyleLbl="bgShp" presStyleIdx="0" presStyleCnt="2" custLinFactNeighborX="565" custLinFactNeighborY="-54167"/>
      <dgm:spPr>
        <a:solidFill>
          <a:srgbClr val="E8E8E8"/>
        </a:solidFill>
      </dgm:spPr>
    </dgm:pt>
    <dgm:pt modelId="{DB9F2240-A28B-4C4A-AD0A-1443BAD56FB2}" type="pres">
      <dgm:prSet presAssocID="{0444D72C-134E-4729-87C4-987A50C146E4}" presName="iconRect" presStyleLbl="node1" presStyleIdx="0" presStyleCnt="2" custLinFactNeighborX="-4781" custLinFactNeighborY="-9880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21156E9F-00C0-4617-9725-C6FC5EE31CDF}" type="pres">
      <dgm:prSet presAssocID="{0444D72C-134E-4729-87C4-987A50C146E4}" presName="spaceRect" presStyleCnt="0"/>
      <dgm:spPr/>
    </dgm:pt>
    <dgm:pt modelId="{FBE17E16-F5EE-40E4-9FDC-1B283A9C2F86}" type="pres">
      <dgm:prSet presAssocID="{0444D72C-134E-4729-87C4-987A50C146E4}" presName="parTx" presStyleLbl="revTx" presStyleIdx="0" presStyleCnt="2" custLinFactNeighborX="-5586" custLinFactNeighborY="-54167">
        <dgm:presLayoutVars>
          <dgm:chMax val="0"/>
          <dgm:chPref val="0"/>
        </dgm:presLayoutVars>
      </dgm:prSet>
      <dgm:spPr/>
    </dgm:pt>
    <dgm:pt modelId="{ACF7BFAE-8CAA-4DFC-82F2-A818418F3B10}" type="pres">
      <dgm:prSet presAssocID="{5EC31C5F-DE63-4BBB-B5BA-AD6CFBC4B21E}" presName="sibTrans" presStyleCnt="0"/>
      <dgm:spPr/>
    </dgm:pt>
    <dgm:pt modelId="{F902A788-DC92-4592-953B-5EAD121787A4}" type="pres">
      <dgm:prSet presAssocID="{44007EFF-DFF8-45C9-95EE-27BDFE384455}" presName="compNode" presStyleCnt="0"/>
      <dgm:spPr/>
    </dgm:pt>
    <dgm:pt modelId="{BE262A43-E2E6-4152-884B-4FFB97DB81A7}" type="pres">
      <dgm:prSet presAssocID="{44007EFF-DFF8-45C9-95EE-27BDFE384455}" presName="bgRect" presStyleLbl="bgShp" presStyleIdx="1" presStyleCnt="2" custLinFactNeighborX="-69" custLinFactNeighborY="-73628"/>
      <dgm:spPr>
        <a:solidFill>
          <a:srgbClr val="E8E8E8"/>
        </a:solidFill>
      </dgm:spPr>
    </dgm:pt>
    <dgm:pt modelId="{FE27FF1B-A878-44AC-A90C-C3DE753B7206}" type="pres">
      <dgm:prSet presAssocID="{44007EFF-DFF8-45C9-95EE-27BDFE384455}" presName="iconRect" presStyleLbl="node1" presStyleIdx="1" presStyleCnt="2" custLinFactY="-29888" custLinFactNeighborX="-3187" custLinFactNeighborY="-1000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ktionshammer"/>
        </a:ext>
      </dgm:extLst>
    </dgm:pt>
    <dgm:pt modelId="{F61036AF-62FA-41CB-8A24-6D1A631FBF9C}" type="pres">
      <dgm:prSet presAssocID="{44007EFF-DFF8-45C9-95EE-27BDFE384455}" presName="spaceRect" presStyleCnt="0"/>
      <dgm:spPr/>
    </dgm:pt>
    <dgm:pt modelId="{0487F09E-02F5-46B6-AF9F-4B64B19C662D}" type="pres">
      <dgm:prSet presAssocID="{44007EFF-DFF8-45C9-95EE-27BDFE384455}" presName="parTx" presStyleLbl="revTx" presStyleIdx="1" presStyleCnt="2" custLinFactNeighborX="-6729" custLinFactNeighborY="-71319">
        <dgm:presLayoutVars>
          <dgm:chMax val="0"/>
          <dgm:chPref val="0"/>
        </dgm:presLayoutVars>
      </dgm:prSet>
      <dgm:spPr/>
    </dgm:pt>
  </dgm:ptLst>
  <dgm:cxnLst>
    <dgm:cxn modelId="{EAAFE506-44E8-4816-BFF8-84B55B03AFFF}" type="presOf" srcId="{310A0054-50D7-4827-86C9-3E08A1717254}" destId="{E3400163-0064-42D7-B233-30E676CB23AE}" srcOrd="0" destOrd="0" presId="urn:microsoft.com/office/officeart/2018/2/layout/IconVerticalSolidList"/>
    <dgm:cxn modelId="{23ED3A21-9678-46FA-BAC0-D89D80356079}" srcId="{310A0054-50D7-4827-86C9-3E08A1717254}" destId="{44007EFF-DFF8-45C9-95EE-27BDFE384455}" srcOrd="1" destOrd="0" parTransId="{D6DAE80A-24D3-4636-B165-B65B5742FD48}" sibTransId="{280F4EE2-DC08-4387-BBC9-0A3948BF2F16}"/>
    <dgm:cxn modelId="{54F3945C-0B05-4C55-BBDA-AA69F313B66B}" type="presOf" srcId="{0444D72C-134E-4729-87C4-987A50C146E4}" destId="{FBE17E16-F5EE-40E4-9FDC-1B283A9C2F86}" srcOrd="0" destOrd="0" presId="urn:microsoft.com/office/officeart/2018/2/layout/IconVerticalSolidList"/>
    <dgm:cxn modelId="{2DF7FC9C-DFD5-472A-AB19-05E0372C9DA0}" type="presOf" srcId="{44007EFF-DFF8-45C9-95EE-27BDFE384455}" destId="{0487F09E-02F5-46B6-AF9F-4B64B19C662D}" srcOrd="0" destOrd="0" presId="urn:microsoft.com/office/officeart/2018/2/layout/IconVerticalSolidList"/>
    <dgm:cxn modelId="{C98578F0-0FCA-4ECC-8C48-0CB40780CE1F}" srcId="{310A0054-50D7-4827-86C9-3E08A1717254}" destId="{0444D72C-134E-4729-87C4-987A50C146E4}" srcOrd="0" destOrd="0" parTransId="{5E430020-958E-42DD-80E0-1055B6F95636}" sibTransId="{5EC31C5F-DE63-4BBB-B5BA-AD6CFBC4B21E}"/>
    <dgm:cxn modelId="{59EB490A-0604-4140-B47C-1C1AE71DBCAE}" type="presParOf" srcId="{E3400163-0064-42D7-B233-30E676CB23AE}" destId="{3325DB72-C41A-42DD-A539-BF27AAE577FE}" srcOrd="0" destOrd="0" presId="urn:microsoft.com/office/officeart/2018/2/layout/IconVerticalSolidList"/>
    <dgm:cxn modelId="{8A76D103-6997-43D3-8B9E-FB512FF8D08F}" type="presParOf" srcId="{3325DB72-C41A-42DD-A539-BF27AAE577FE}" destId="{277B6A44-C059-458F-9F90-F51685E37B20}" srcOrd="0" destOrd="0" presId="urn:microsoft.com/office/officeart/2018/2/layout/IconVerticalSolidList"/>
    <dgm:cxn modelId="{717C8AD9-F6EC-4C86-A09F-7FC2EB59A433}" type="presParOf" srcId="{3325DB72-C41A-42DD-A539-BF27AAE577FE}" destId="{DB9F2240-A28B-4C4A-AD0A-1443BAD56FB2}" srcOrd="1" destOrd="0" presId="urn:microsoft.com/office/officeart/2018/2/layout/IconVerticalSolidList"/>
    <dgm:cxn modelId="{D8D687C9-2D09-48A6-A918-9E46B45F62A9}" type="presParOf" srcId="{3325DB72-C41A-42DD-A539-BF27AAE577FE}" destId="{21156E9F-00C0-4617-9725-C6FC5EE31CDF}" srcOrd="2" destOrd="0" presId="urn:microsoft.com/office/officeart/2018/2/layout/IconVerticalSolidList"/>
    <dgm:cxn modelId="{AF97BA75-7E58-4DE4-9419-06550038C01D}" type="presParOf" srcId="{3325DB72-C41A-42DD-A539-BF27AAE577FE}" destId="{FBE17E16-F5EE-40E4-9FDC-1B283A9C2F86}" srcOrd="3" destOrd="0" presId="urn:microsoft.com/office/officeart/2018/2/layout/IconVerticalSolidList"/>
    <dgm:cxn modelId="{D4B1D1D3-5145-4056-AE7A-92D8A63C8C1E}" type="presParOf" srcId="{E3400163-0064-42D7-B233-30E676CB23AE}" destId="{ACF7BFAE-8CAA-4DFC-82F2-A818418F3B10}" srcOrd="1" destOrd="0" presId="urn:microsoft.com/office/officeart/2018/2/layout/IconVerticalSolidList"/>
    <dgm:cxn modelId="{2F643948-1078-462F-8594-6C127FD8DE76}" type="presParOf" srcId="{E3400163-0064-42D7-B233-30E676CB23AE}" destId="{F902A788-DC92-4592-953B-5EAD121787A4}" srcOrd="2" destOrd="0" presId="urn:microsoft.com/office/officeart/2018/2/layout/IconVerticalSolidList"/>
    <dgm:cxn modelId="{9DDF80C9-C385-48BA-AFEA-3199747F1A26}" type="presParOf" srcId="{F902A788-DC92-4592-953B-5EAD121787A4}" destId="{BE262A43-E2E6-4152-884B-4FFB97DB81A7}" srcOrd="0" destOrd="0" presId="urn:microsoft.com/office/officeart/2018/2/layout/IconVerticalSolidList"/>
    <dgm:cxn modelId="{BA8FE719-E1BE-4AFB-8E2F-D044F037CC69}" type="presParOf" srcId="{F902A788-DC92-4592-953B-5EAD121787A4}" destId="{FE27FF1B-A878-44AC-A90C-C3DE753B7206}" srcOrd="1" destOrd="0" presId="urn:microsoft.com/office/officeart/2018/2/layout/IconVerticalSolidList"/>
    <dgm:cxn modelId="{BD062EE8-F9CD-4283-B365-98137FC14513}" type="presParOf" srcId="{F902A788-DC92-4592-953B-5EAD121787A4}" destId="{F61036AF-62FA-41CB-8A24-6D1A631FBF9C}" srcOrd="2" destOrd="0" presId="urn:microsoft.com/office/officeart/2018/2/layout/IconVerticalSolidList"/>
    <dgm:cxn modelId="{9B4F875D-6369-4925-9CF6-96CF18D95A89}" type="presParOf" srcId="{F902A788-DC92-4592-953B-5EAD121787A4}" destId="{0487F09E-02F5-46B6-AF9F-4B64B19C66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B6A44-C059-458F-9F90-F51685E37B20}">
      <dsp:nvSpPr>
        <dsp:cNvPr id="0" name=""/>
        <dsp:cNvSpPr/>
      </dsp:nvSpPr>
      <dsp:spPr>
        <a:xfrm>
          <a:off x="0" y="0"/>
          <a:ext cx="4593449" cy="1213034"/>
        </a:xfrm>
        <a:prstGeom prst="roundRect">
          <a:avLst>
            <a:gd name="adj" fmla="val 10000"/>
          </a:avLst>
        </a:prstGeom>
        <a:solidFill>
          <a:srgbClr val="E8E8E8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F2240-A28B-4C4A-AD0A-1443BAD56FB2}">
      <dsp:nvSpPr>
        <dsp:cNvPr id="0" name=""/>
        <dsp:cNvSpPr/>
      </dsp:nvSpPr>
      <dsp:spPr>
        <a:xfrm>
          <a:off x="335045" y="270776"/>
          <a:ext cx="667169" cy="667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17E16-F5EE-40E4-9FDC-1B283A9C2F86}">
      <dsp:nvSpPr>
        <dsp:cNvPr id="0" name=""/>
        <dsp:cNvSpPr/>
      </dsp:nvSpPr>
      <dsp:spPr>
        <a:xfrm>
          <a:off x="1222727" y="0"/>
          <a:ext cx="3192393" cy="1213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80" tIns="128380" rIns="128380" bIns="12838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500" kern="1200"/>
            <a:t>Ziel </a:t>
          </a:r>
          <a:endParaRPr lang="en-US" sz="2500" kern="1200"/>
        </a:p>
      </dsp:txBody>
      <dsp:txXfrm>
        <a:off x="1222727" y="0"/>
        <a:ext cx="3192393" cy="1213034"/>
      </dsp:txXfrm>
    </dsp:sp>
    <dsp:sp modelId="{BE262A43-E2E6-4152-884B-4FFB97DB81A7}">
      <dsp:nvSpPr>
        <dsp:cNvPr id="0" name=""/>
        <dsp:cNvSpPr/>
      </dsp:nvSpPr>
      <dsp:spPr>
        <a:xfrm>
          <a:off x="0" y="1280220"/>
          <a:ext cx="4593449" cy="1213034"/>
        </a:xfrm>
        <a:prstGeom prst="roundRect">
          <a:avLst>
            <a:gd name="adj" fmla="val 10000"/>
          </a:avLst>
        </a:prstGeom>
        <a:solidFill>
          <a:srgbClr val="E8E8E8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27FF1B-A878-44AC-A90C-C3DE753B7206}">
      <dsp:nvSpPr>
        <dsp:cNvPr id="0" name=""/>
        <dsp:cNvSpPr/>
      </dsp:nvSpPr>
      <dsp:spPr>
        <a:xfrm>
          <a:off x="345680" y="1579714"/>
          <a:ext cx="667169" cy="667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7F09E-02F5-46B6-AF9F-4B64B19C662D}">
      <dsp:nvSpPr>
        <dsp:cNvPr id="0" name=""/>
        <dsp:cNvSpPr/>
      </dsp:nvSpPr>
      <dsp:spPr>
        <a:xfrm>
          <a:off x="1186238" y="1308229"/>
          <a:ext cx="3192393" cy="1213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380" tIns="128380" rIns="128380" bIns="12838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500" kern="1200"/>
            <a:t>Regeln</a:t>
          </a:r>
          <a:endParaRPr lang="en-US" sz="2500" kern="1200"/>
        </a:p>
      </dsp:txBody>
      <dsp:txXfrm>
        <a:off x="1186238" y="1308229"/>
        <a:ext cx="3192393" cy="1213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97D0F1-405F-5D19-EF1F-2D5ACF283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C4FE9B5-8F65-2FE9-1139-3B735E492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EE8BA7-B51B-5AE2-BF8E-0BC99811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E12D88-C4AA-FBA8-1A7B-D9D3D011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5C2878-7FFA-FF21-7434-2965B0F4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033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E15D00-E63C-3FFB-0517-2606DCF4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588AE7-B31C-A8B1-29E1-CC9D62D17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545851-A036-4371-C5F1-A1E95303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A31C07-6949-1AB0-E2AB-46318364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8B95FD-A8B0-8C33-6744-EFBFDF5F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761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1DA737-F866-A1DD-C95E-036E697C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65F152-4418-D154-DC57-1FEF68A41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E3C76A-01F1-A55E-29DF-ABB73A47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14A268-0EF9-0CD5-9796-6F7B104D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A6F3AE-3128-BC12-EF36-3D9D5807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653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31B34E-D0AC-B20C-A348-9A894ECFC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BB57BE-C53B-442A-FA99-A297E5631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E8EBA1-0A2B-AA7B-ABA7-C42E6A7C7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8A0E48-0054-5DF3-1CED-48505ADE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5C7260-F6F8-292A-BF5F-11D73E30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A2B075-2877-B8EB-1294-D9549086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014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B7321B-7D06-68D6-4C89-D092EF64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E931A7-1D79-B35B-0EBC-134F0C728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558223-A264-4CB5-37ED-C00F13078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CC2FAB-5ED5-2E12-8237-B970D681A3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120504-14A2-4316-5067-C90884C5E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088AC77-CF5B-2C5F-3E61-BE2C96712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EB8CBD-3FD9-F431-1430-820DA826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EBF209-7917-C1B0-491C-F5E54B07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3836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7D4BF-3946-7287-5926-0323D5A6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554F75-6A03-0C16-3484-EA3D4148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DFDBAA-4409-AA6F-EAC2-4EDE4B75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5025A5-BCE8-D9E0-1841-78BD2CDE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92768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1BA0D2-59F5-46FD-06A2-BAF22BC0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27F1EA-DCDA-99BA-787B-4E046FC3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CD872D-A446-E689-7236-5B0F7CCF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746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4FFE3-724D-AB2D-F7D0-F6615A370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DADA76-9088-5BCB-2766-0F4D3970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204B1B-2073-F66C-BE3E-8F0B2167D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98E47B-565C-563F-2468-99FCFA75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23AF48-9601-EAC6-52DB-E87E0D97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1CB4BF-09A1-FA0E-AD2B-C639015E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5504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A9C450-16E7-9565-736C-0858A8299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C7CFE2F-528C-9CAB-0823-303A8FD06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0E101D-2CAF-3FC0-60D4-AE95021F4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2AC409-1F95-F746-EF39-EC1FFD8A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5B0D8D-4184-68C5-6688-CD1B38AC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A24D90-0AE8-CC7D-D335-3E50E79C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028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F5F4AC-3DCD-618A-DAA4-126F2E28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2BDF2E-C30C-C9CC-90F3-89218843E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8A2FA2-9034-DA37-90B9-8790CDD46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F07624-C9E5-431E-A845-896AECEBE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67240E-074C-ECA9-7AD5-79C00AE7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369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BD7E069-F612-EEB9-9372-D000FF188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40D316A-49E2-400F-DA33-F6822F771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D4DEFA-E87E-80EA-EE56-C935508F2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17D3D8-0CC9-4C0C-0CDB-3E8A201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C28B8B-F111-3AF5-DB2C-80AAA908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3423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B7E0B4B-70DB-8EA2-8CD3-2A2AE1C6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5C2C7C-AB99-8DC3-913A-75DE7FE2C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A669C8-C22B-267C-C258-A81EE5017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637A4-0D4A-4D3C-8608-1A369F1C0902}" type="datetimeFigureOut">
              <a:rPr lang="de-CH" smtClean="0"/>
              <a:t>05.03.2025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A32D14-A386-A208-ACE1-05D89E103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A2052E-B2AE-D87A-12DA-36906B5B7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16949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hyperlink" Target="https://th.bing.com/th/id/R.b40a727a28f9c9c9b32aa969de825ea4?rik=ysGfim7%2bSX5MCw&amp;riu=http%3a%2f%2ffathergeek.com%2fwp-content%2fuploads%2f2011%2f02%2fmonza_gameboard.jpg&amp;ehk=aSJNrg3tQpGmXuHVxdfRkralNUcx5ro%2fkOETMuw174Y%3d&amp;risl=&amp;pid=ImgRaw&amp;r=0" TargetMode="External"/><Relationship Id="rId1" Type="http://schemas.openxmlformats.org/officeDocument/2006/relationships/slideLayout" Target="../slideLayouts/slideLayout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7.jpeg"/><Relationship Id="rId4" Type="http://schemas.openxmlformats.org/officeDocument/2006/relationships/image" Target="../media/image2.jpe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5E377-313E-E9F9-FF5C-E04052F0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1A6535-C128-78BB-4C15-0D2E115D6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A4AFAA-DF60-EEF9-994B-44E80E812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A0EF47A-DFCB-9E19-03DB-3749AC38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10070432" cy="2992414"/>
          </a:xfrm>
        </p:spPr>
        <p:txBody>
          <a:bodyPr>
            <a:normAutofit fontScale="90000"/>
          </a:bodyPr>
          <a:lstStyle/>
          <a:p>
            <a:pPr algn="ctr"/>
            <a:br>
              <a:rPr lang="de-CH"/>
            </a:br>
            <a:br>
              <a:rPr lang="de-CH"/>
            </a:br>
            <a:br>
              <a:rPr lang="de-CH"/>
            </a:br>
            <a:r>
              <a:rPr lang="de-CH" sz="67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Color Racer</a:t>
            </a:r>
            <a:br>
              <a:rPr lang="de-CH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de-CH">
                <a:solidFill>
                  <a:schemeClr val="bg2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CH" sz="3900">
                <a:solidFill>
                  <a:schemeClr val="bg2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Ein strategisches Rennspiel mit Farben</a:t>
            </a:r>
            <a:br>
              <a:rPr lang="de-CH" sz="4400"/>
            </a:br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D7ACC24-77C8-61DE-C0BC-4C2EAC9F4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947" y="4474343"/>
            <a:ext cx="9593179" cy="996015"/>
          </a:xfrm>
        </p:spPr>
        <p:txBody>
          <a:bodyPr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de-CH"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Teamname: Color Racers</a:t>
            </a:r>
          </a:p>
          <a:p>
            <a:pPr marL="0" indent="0" algn="ctr">
              <a:buNone/>
            </a:pPr>
            <a:r>
              <a:rPr lang="de-CH" sz="1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Jana Egli, Julia Sauer, Flo Hansen, Ana Svalina</a:t>
            </a:r>
          </a:p>
          <a:p>
            <a:pPr marL="0" indent="0" algn="ctr">
              <a:buNone/>
            </a:pPr>
            <a:r>
              <a:rPr lang="de-CH"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912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F34502-A787-26D8-E696-EFCD6009C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486722"/>
            <a:ext cx="3932237" cy="1600200"/>
          </a:xfrm>
        </p:spPr>
        <p:txBody>
          <a:bodyPr>
            <a:normAutofit/>
          </a:bodyPr>
          <a:lstStyle/>
          <a:p>
            <a:r>
              <a:rPr lang="de-CH" sz="4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Color Racer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CE016B-109E-442A-605E-890C4BDDD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0140" y="1285081"/>
            <a:ext cx="5172076" cy="3915172"/>
          </a:xfrm>
        </p:spPr>
        <p:txBody>
          <a:bodyPr/>
          <a:lstStyle/>
          <a:p>
            <a:pPr marL="0" indent="0">
              <a:buNone/>
            </a:pPr>
            <a:r>
              <a:rPr lang="de-CH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0" indent="0">
              <a:buNone/>
            </a:pPr>
            <a:endParaRPr lang="de-CH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de-CH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de-CH"/>
          </a:p>
        </p:txBody>
      </p:sp>
      <p:sp>
        <p:nvSpPr>
          <p:cNvPr id="14" name="Textfeld 7">
            <a:extLst>
              <a:ext uri="{FF2B5EF4-FFF2-40B4-BE49-F238E27FC236}">
                <a16:creationId xmlns:a16="http://schemas.microsoft.com/office/drawing/2014/main" id="{96094E5D-149E-4284-87FD-97DEDEA42B45}"/>
              </a:ext>
            </a:extLst>
          </p:cNvPr>
          <p:cNvSpPr txBox="1"/>
          <p:nvPr/>
        </p:nvSpPr>
        <p:spPr>
          <a:xfrm>
            <a:off x="1072319" y="6173606"/>
            <a:ext cx="6093991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CH" sz="1800" b="0" i="1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Calibri" pitchFamily="34"/>
                <a:cs typeface="Times New Roman" pitchFamily="18"/>
              </a:rPr>
              <a:t>Abbildung 1: </a:t>
            </a:r>
            <a:r>
              <a:rPr lang="de-CH" sz="1800" b="0" i="1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Calibri" pitchFamily="34"/>
                <a:cs typeface="Times New Roman" pitchFamily="18"/>
                <a:hlinkClick r:id="rId2"/>
              </a:rPr>
              <a:t>original Monza Spielbrett</a:t>
            </a:r>
            <a:endParaRPr lang="de-CH" sz="1800" b="0" i="1" u="none" strike="noStrike" kern="1200" cap="none" spc="0" baseline="0">
              <a:solidFill>
                <a:srgbClr val="44546A"/>
              </a:solidFill>
              <a:uFillTx/>
              <a:latin typeface="Calibri" pitchFamily="34"/>
              <a:ea typeface="Calibri" pitchFamily="34"/>
              <a:cs typeface="Times New Roman" pitchFamily="18"/>
            </a:endParaRPr>
          </a:p>
        </p:txBody>
      </p:sp>
      <p:pic>
        <p:nvPicPr>
          <p:cNvPr id="6" name="Grafik 5" descr="Ein Bild, das Screenshot, Farbigkeit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A7F5B89A-160B-3A52-5142-B4D4FA5645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4" t="3819" r="14819" b="7759"/>
          <a:stretch/>
        </p:blipFill>
        <p:spPr>
          <a:xfrm>
            <a:off x="6094962" y="1112346"/>
            <a:ext cx="5447889" cy="3725001"/>
          </a:xfrm>
          <a:prstGeom prst="rect">
            <a:avLst/>
          </a:prstGeom>
        </p:spPr>
      </p:pic>
      <p:pic>
        <p:nvPicPr>
          <p:cNvPr id="7" name="Picture 2" descr="Monza -lautapelin arvostelu ＞ Lautapeliopas">
            <a:extLst>
              <a:ext uri="{FF2B5EF4-FFF2-40B4-BE49-F238E27FC236}">
                <a16:creationId xmlns:a16="http://schemas.microsoft.com/office/drawing/2014/main" id="{FFA09BB7-122D-292E-0358-9CA7A4E88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681" y="4135134"/>
            <a:ext cx="3804277" cy="1948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29" name="Textplatzhalter 4">
            <a:extLst>
              <a:ext uri="{FF2B5EF4-FFF2-40B4-BE49-F238E27FC236}">
                <a16:creationId xmlns:a16="http://schemas.microsoft.com/office/drawing/2014/main" id="{19ED5F53-A94C-CAEF-E343-C63C33C929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091123"/>
              </p:ext>
            </p:extLst>
          </p:nvPr>
        </p:nvGraphicFramePr>
        <p:xfrm>
          <a:off x="836252" y="1281652"/>
          <a:ext cx="4593449" cy="4043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Rechteck 7">
            <a:extLst>
              <a:ext uri="{FF2B5EF4-FFF2-40B4-BE49-F238E27FC236}">
                <a16:creationId xmlns:a16="http://schemas.microsoft.com/office/drawing/2014/main" id="{D43D0D3A-FD9B-2595-C421-7B393311E2A1}"/>
              </a:ext>
            </a:extLst>
          </p:cNvPr>
          <p:cNvSpPr/>
          <p:nvPr/>
        </p:nvSpPr>
        <p:spPr>
          <a:xfrm>
            <a:off x="10143641" y="2998922"/>
            <a:ext cx="263471" cy="271220"/>
          </a:xfrm>
          <a:prstGeom prst="rect">
            <a:avLst/>
          </a:prstGeom>
          <a:solidFill>
            <a:srgbClr val="FF5B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54" name="Picture 53" descr="Pixel art Vélo - Pixel Art">
            <a:extLst>
              <a:ext uri="{FF2B5EF4-FFF2-40B4-BE49-F238E27FC236}">
                <a16:creationId xmlns:a16="http://schemas.microsoft.com/office/drawing/2014/main" id="{E103B565-4131-0AE2-4DCB-F930BBBE974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536" t="17235" r="1686" b="17132"/>
          <a:stretch/>
        </p:blipFill>
        <p:spPr>
          <a:xfrm>
            <a:off x="5786864" y="5200796"/>
            <a:ext cx="1859667" cy="1342706"/>
          </a:xfrm>
          <a:prstGeom prst="rect">
            <a:avLst/>
          </a:prstGeom>
        </p:spPr>
      </p:pic>
      <p:pic>
        <p:nvPicPr>
          <p:cNvPr id="62" name="Picture 61" descr="Pixel art Vélo - Pixel Art">
            <a:extLst>
              <a:ext uri="{FF2B5EF4-FFF2-40B4-BE49-F238E27FC236}">
                <a16:creationId xmlns:a16="http://schemas.microsoft.com/office/drawing/2014/main" id="{B7E2C0CA-26B9-B0BC-47F0-4D1ACAEE719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536" t="17235" r="1686" b="17132"/>
          <a:stretch/>
        </p:blipFill>
        <p:spPr>
          <a:xfrm>
            <a:off x="7768273" y="5212701"/>
            <a:ext cx="1859667" cy="1342706"/>
          </a:xfrm>
          <a:prstGeom prst="rect">
            <a:avLst/>
          </a:prstGeom>
        </p:spPr>
      </p:pic>
      <p:pic>
        <p:nvPicPr>
          <p:cNvPr id="63" name="Picture 62" descr="Pixel art Vélo - Pixel Art">
            <a:extLst>
              <a:ext uri="{FF2B5EF4-FFF2-40B4-BE49-F238E27FC236}">
                <a16:creationId xmlns:a16="http://schemas.microsoft.com/office/drawing/2014/main" id="{99685552-6A33-B73E-12AA-A330518C7EB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536" t="17235" r="1686" b="17132"/>
          <a:stretch/>
        </p:blipFill>
        <p:spPr>
          <a:xfrm>
            <a:off x="9811438" y="5212701"/>
            <a:ext cx="1859667" cy="134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1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AAE9D4C0-E824-6972-9AAD-83C91815FBDA}"/>
              </a:ext>
            </a:extLst>
          </p:cNvPr>
          <p:cNvSpPr txBox="1">
            <a:spLocks/>
          </p:cNvSpPr>
          <p:nvPr/>
        </p:nvSpPr>
        <p:spPr>
          <a:xfrm>
            <a:off x="6197603" y="1920240"/>
            <a:ext cx="5157787" cy="4269423"/>
          </a:xfrm>
          <a:prstGeom prst="roundRect">
            <a:avLst/>
          </a:prstGeom>
          <a:ln w="1905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dk1"/>
          </a:lnRef>
          <a:fillRef idx="1001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endParaRPr lang="de-CH" sz="25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3F17B3-4296-E9D4-3236-A414B62BF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857251"/>
            <a:ext cx="5157787" cy="823912"/>
          </a:xfrm>
        </p:spPr>
        <p:txBody>
          <a:bodyPr>
            <a:noAutofit/>
          </a:bodyPr>
          <a:lstStyle/>
          <a:p>
            <a:r>
              <a:rPr lang="de-CH" sz="27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Anforderungen an die Software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56A99D9-0651-9BD4-A035-D5C70E281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852195"/>
            <a:ext cx="5183188" cy="823912"/>
          </a:xfrm>
        </p:spPr>
        <p:txBody>
          <a:bodyPr>
            <a:noAutofit/>
          </a:bodyPr>
          <a:lstStyle/>
          <a:p>
            <a:r>
              <a:rPr lang="de-CH" sz="27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Funktionalität von Client und Server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EE1BE523-F2B0-CD4A-67DD-13B2C17AA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0" y="1920240"/>
            <a:ext cx="5157787" cy="426942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001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individuelle Benutzernamen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Nach 30s ohne Aktion: «</a:t>
            </a:r>
            <a:r>
              <a:rPr lang="de-CH" sz="250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It’s</a:t>
            </a: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CH" sz="250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your</a:t>
            </a: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turn»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Nach 90s ohne Aktion: Spieler überspringen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CH" sz="250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Quit</a:t>
            </a: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-Button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…</a:t>
            </a: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942ACC38-0A8D-2976-3347-56BD165C9BE2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186418925"/>
              </p:ext>
            </p:extLst>
          </p:nvPr>
        </p:nvGraphicFramePr>
        <p:xfrm>
          <a:off x="6518206" y="2517558"/>
          <a:ext cx="4516579" cy="28346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588652">
                  <a:extLst>
                    <a:ext uri="{9D8B030D-6E8A-4147-A177-3AD203B41FA5}">
                      <a16:colId xmlns:a16="http://schemas.microsoft.com/office/drawing/2014/main" val="468419413"/>
                    </a:ext>
                  </a:extLst>
                </a:gridCol>
                <a:gridCol w="2927927">
                  <a:extLst>
                    <a:ext uri="{9D8B030D-6E8A-4147-A177-3AD203B41FA5}">
                      <a16:colId xmlns:a16="http://schemas.microsoft.com/office/drawing/2014/main" val="3997570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Client 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217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500" err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join</a:t>
                      </a:r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()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Registrieren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74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500" err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strt</a:t>
                      </a:r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()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Spielfeld vorbereiten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8962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roll()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Gewürfelte Farben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859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500" err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chos</a:t>
                      </a:r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()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Felder prüfen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15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2500" err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move</a:t>
                      </a:r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()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5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Position Aktualisieren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145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9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5731AA-7850-4DB0-6F8D-D0F85B78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Projektorganisation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C7661F-B768-F6C4-5880-7599BA0A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360" y="1978025"/>
            <a:ext cx="3622040" cy="4351338"/>
          </a:xfrm>
        </p:spPr>
        <p:txBody>
          <a:bodyPr/>
          <a:lstStyle/>
          <a:p>
            <a:pPr marL="0" indent="0">
              <a:buNone/>
            </a:pPr>
            <a:r>
              <a:rPr lang="de-CH"/>
              <a:t>Allgemeine Zuständigkeit: </a:t>
            </a:r>
          </a:p>
          <a:p>
            <a:pPr marL="0" indent="0">
              <a:buNone/>
            </a:pPr>
            <a:endParaRPr lang="de-CH"/>
          </a:p>
          <a:p>
            <a:pPr marL="0" indent="0">
              <a:buNone/>
            </a:pPr>
            <a:endParaRPr lang="de-CH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EB453E2C-7A97-8CB9-5E26-1946DEBCB7C4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60401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/>
              <a:t>Arbeitsplan:</a:t>
            </a:r>
          </a:p>
          <a:p>
            <a:pPr marL="0" indent="0">
              <a:buNone/>
            </a:pPr>
            <a:endParaRPr lang="de-CH"/>
          </a:p>
          <a:p>
            <a:pPr marL="0" indent="0">
              <a:buNone/>
            </a:pPr>
            <a:r>
              <a:rPr lang="de-CH"/>
              <a:t>- </a:t>
            </a:r>
            <a:r>
              <a:rPr lang="de-CH" err="1"/>
              <a:t>Gnattproj</a:t>
            </a:r>
            <a:r>
              <a:rPr lang="de-CH"/>
              <a:t> </a:t>
            </a:r>
            <a:r>
              <a:rPr lang="de-CH" err="1"/>
              <a:t>ifüege</a:t>
            </a:r>
            <a:r>
              <a:rPr lang="de-CH"/>
              <a:t>  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AD96BDC4-4178-7ABC-C2D4-7593E61388F8}"/>
              </a:ext>
            </a:extLst>
          </p:cNvPr>
          <p:cNvSpPr txBox="1">
            <a:spLocks/>
          </p:cNvSpPr>
          <p:nvPr/>
        </p:nvSpPr>
        <p:spPr>
          <a:xfrm>
            <a:off x="7487920" y="2881936"/>
            <a:ext cx="3865880" cy="3272922"/>
          </a:xfrm>
          <a:prstGeom prst="roundRect">
            <a:avLst/>
          </a:prstGeom>
          <a:ln w="1905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dk1"/>
          </a:lnRef>
          <a:fillRef idx="1001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CH" sz="25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de-CH" sz="25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Jana - Fortschritt Meilensteine Überblick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Julia - Arbeitsplan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Flo - </a:t>
            </a:r>
            <a:r>
              <a:rPr lang="de-CH" sz="250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Gitlap</a:t>
            </a: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Überblick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Ana - </a:t>
            </a:r>
            <a:r>
              <a:rPr lang="de-CH" sz="250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Powerpoint</a:t>
            </a:r>
            <a:endParaRPr lang="de-CH" sz="25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de-CH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de-CH" sz="25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4671501-2A5A-B587-9E89-815407045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83" y="1558964"/>
            <a:ext cx="6688380" cy="483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7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2F8C7-A172-CABF-EAC9-4C3D5835E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719404-5671-BCEF-572D-1B60D4B8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B19B20-C4CF-F370-5946-116A6F927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F93923D-D32C-904F-8A9E-68C772C6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10070432" cy="2992414"/>
          </a:xfrm>
        </p:spPr>
        <p:txBody>
          <a:bodyPr>
            <a:normAutofit/>
          </a:bodyPr>
          <a:lstStyle/>
          <a:p>
            <a:pPr algn="ctr"/>
            <a:br>
              <a:rPr lang="de-CH"/>
            </a:br>
            <a:br>
              <a:rPr lang="de-CH"/>
            </a:br>
            <a:br>
              <a:rPr lang="de-CH" sz="4400"/>
            </a:br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FAA74E8-C793-FD6A-3D4D-898DAFAF0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947" y="4474343"/>
            <a:ext cx="9593179" cy="99601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CH"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805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Breitbild</PresentationFormat>
  <Paragraphs>44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Calibri Light</vt:lpstr>
      <vt:lpstr>Courier New</vt:lpstr>
      <vt:lpstr>Office</vt:lpstr>
      <vt:lpstr>   Color Racer  Ein strategisches Rennspiel mit Farben </vt:lpstr>
      <vt:lpstr>Color Racer</vt:lpstr>
      <vt:lpstr>PowerPoint-Präsentation</vt:lpstr>
      <vt:lpstr>Projektorganisation 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Svalina</dc:creator>
  <cp:lastModifiedBy>Ana Svalina</cp:lastModifiedBy>
  <cp:revision>2</cp:revision>
  <dcterms:created xsi:type="dcterms:W3CDTF">2025-02-28T12:21:23Z</dcterms:created>
  <dcterms:modified xsi:type="dcterms:W3CDTF">2025-03-05T14:07:32Z</dcterms:modified>
</cp:coreProperties>
</file>