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6" r:id="rId3"/>
    <p:sldId id="267" r:id="rId4"/>
    <p:sldId id="270" r:id="rId5"/>
    <p:sldId id="271" r:id="rId6"/>
    <p:sldId id="272" r:id="rId7"/>
    <p:sldId id="273" r:id="rId8"/>
    <p:sldId id="268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4747"/>
    <a:srgbClr val="FFABE3"/>
    <a:srgbClr val="FDD7F6"/>
    <a:srgbClr val="FF00FF"/>
    <a:srgbClr val="6E82CB"/>
    <a:srgbClr val="752828"/>
    <a:srgbClr val="8C3A3A"/>
    <a:srgbClr val="9E3E3E"/>
    <a:srgbClr val="FAEBF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CAC147-C00A-579A-78EE-BBDA96BD3935}" v="18" dt="2025-04-09T10:34:32.909"/>
    <p1510:client id="{511524D7-C9B0-4903-8BAC-9E36612ACE4F}" v="108" dt="2025-04-09T12:12:33.043"/>
    <p1510:client id="{5796DE68-BF77-4FBE-8FDA-0E9B91155E6F}" v="631" dt="2025-04-09T13:19:16.872"/>
    <p1510:client id="{7E9DC49F-B00B-BF9F-6C86-FC637FF679AF}" v="213" dt="2025-04-09T08:47:16.518"/>
    <p1510:client id="{846D9470-C45C-4E82-A4ED-C7DF43C796CA}" v="53" dt="2025-04-09T13:19:01.485"/>
    <p1510:client id="{E94B8329-B347-3695-C4E3-E37C2EDD71BC}" v="49" dt="2025-04-09T12:40:19.8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Svalina" userId="4993ab62-0235-4c90-847a-a2e6ff544f59" providerId="ADAL" clId="{761DB647-3229-4A01-AE80-2338AF5E1545}"/>
    <pc:docChg chg="undo custSel addSld delSld modSld sldOrd modMainMaster">
      <pc:chgData name="Ana Svalina" userId="4993ab62-0235-4c90-847a-a2e6ff544f59" providerId="ADAL" clId="{761DB647-3229-4A01-AE80-2338AF5E1545}" dt="2025-03-04T13:02:03.519" v="195" actId="20577"/>
      <pc:docMkLst>
        <pc:docMk/>
      </pc:docMkLst>
      <pc:sldChg chg="setBg">
        <pc:chgData name="Ana Svalina" userId="4993ab62-0235-4c90-847a-a2e6ff544f59" providerId="ADAL" clId="{761DB647-3229-4A01-AE80-2338AF5E1545}" dt="2025-03-02T17:00:02.129" v="76"/>
        <pc:sldMkLst>
          <pc:docMk/>
          <pc:sldMk cId="521780545" sldId="256"/>
        </pc:sldMkLst>
      </pc:sldChg>
      <pc:sldChg chg="addSp delSp modSp add del mod setBg modClrScheme delDesignElem chgLayout">
        <pc:chgData name="Ana Svalina" userId="4993ab62-0235-4c90-847a-a2e6ff544f59" providerId="ADAL" clId="{761DB647-3229-4A01-AE80-2338AF5E1545}" dt="2025-03-02T17:00:45.438" v="80" actId="2696"/>
        <pc:sldMkLst>
          <pc:docMk/>
          <pc:sldMk cId="743694669" sldId="257"/>
        </pc:sldMkLst>
      </pc:sldChg>
      <pc:sldChg chg="addSp modSp new mod setBg">
        <pc:chgData name="Ana Svalina" userId="4993ab62-0235-4c90-847a-a2e6ff544f59" providerId="ADAL" clId="{761DB647-3229-4A01-AE80-2338AF5E1545}" dt="2025-03-02T17:49:06.607" v="192" actId="571"/>
        <pc:sldMkLst>
          <pc:docMk/>
          <pc:sldMk cId="2044253082" sldId="258"/>
        </pc:sldMkLst>
      </pc:sldChg>
      <pc:sldChg chg="add del">
        <pc:chgData name="Ana Svalina" userId="4993ab62-0235-4c90-847a-a2e6ff544f59" providerId="ADAL" clId="{761DB647-3229-4A01-AE80-2338AF5E1545}" dt="2025-03-02T17:01:21.657" v="82"/>
        <pc:sldMkLst>
          <pc:docMk/>
          <pc:sldMk cId="41143438" sldId="259"/>
        </pc:sldMkLst>
      </pc:sldChg>
      <pc:sldChg chg="new add del">
        <pc:chgData name="Ana Svalina" userId="4993ab62-0235-4c90-847a-a2e6ff544f59" providerId="ADAL" clId="{761DB647-3229-4A01-AE80-2338AF5E1545}" dt="2025-03-02T17:01:27.825" v="84" actId="680"/>
        <pc:sldMkLst>
          <pc:docMk/>
          <pc:sldMk cId="1346058838" sldId="259"/>
        </pc:sldMkLst>
      </pc:sldChg>
      <pc:sldChg chg="modSp add mod ord">
        <pc:chgData name="Ana Svalina" userId="4993ab62-0235-4c90-847a-a2e6ff544f59" providerId="ADAL" clId="{761DB647-3229-4A01-AE80-2338AF5E1545}" dt="2025-03-02T17:48:09.005" v="185"/>
        <pc:sldMkLst>
          <pc:docMk/>
          <pc:sldMk cId="3719127051" sldId="259"/>
        </pc:sldMkLst>
        <pc:spChg chg="mod">
          <ac:chgData name="Ana Svalina" userId="4993ab62-0235-4c90-847a-a2e6ff544f59" providerId="ADAL" clId="{761DB647-3229-4A01-AE80-2338AF5E1545}" dt="2025-03-02T17:45:55.708" v="183" actId="255"/>
          <ac:spMkLst>
            <pc:docMk/>
            <pc:sldMk cId="3719127051" sldId="259"/>
            <ac:spMk id="4" creationId="{EA0EF47A-DFCB-9E19-03DB-3749AC3800AA}"/>
          </ac:spMkLst>
        </pc:spChg>
        <pc:spChg chg="mod">
          <ac:chgData name="Ana Svalina" userId="4993ab62-0235-4c90-847a-a2e6ff544f59" providerId="ADAL" clId="{761DB647-3229-4A01-AE80-2338AF5E1545}" dt="2025-03-02T17:45:34.421" v="174" actId="20577"/>
          <ac:spMkLst>
            <pc:docMk/>
            <pc:sldMk cId="3719127051" sldId="259"/>
            <ac:spMk id="5" creationId="{BD7ACC24-77C8-61DE-C0BC-4C2EAC9F4B69}"/>
          </ac:spMkLst>
        </pc:spChg>
      </pc:sldChg>
      <pc:sldChg chg="delSp modSp mod">
        <pc:chgData name="Ana Svalina" userId="4993ab62-0235-4c90-847a-a2e6ff544f59" providerId="ADAL" clId="{761DB647-3229-4A01-AE80-2338AF5E1545}" dt="2025-03-04T13:02:03.519" v="195" actId="20577"/>
        <pc:sldMkLst>
          <pc:docMk/>
          <pc:sldMk cId="1160815821" sldId="262"/>
        </pc:sldMkLst>
      </pc:sldChg>
      <pc:sldMasterChg chg="setBg">
        <pc:chgData name="Ana Svalina" userId="4993ab62-0235-4c90-847a-a2e6ff544f59" providerId="ADAL" clId="{761DB647-3229-4A01-AE80-2338AF5E1545}" dt="2025-03-02T16:50:41.171" v="36"/>
        <pc:sldMasterMkLst>
          <pc:docMk/>
          <pc:sldMasterMk cId="4016949308" sldId="2147483648"/>
        </pc:sldMasterMkLst>
      </pc:sldMasterChg>
    </pc:docChg>
  </pc:docChgLst>
  <pc:docChgLst>
    <pc:chgData name="Julia Sauer" userId="283ee4ba-d1ee-45f0-b621-71b636943253" providerId="ADAL" clId="{511524D7-C9B0-4903-8BAC-9E36612ACE4F}"/>
    <pc:docChg chg="undo custSel modSld">
      <pc:chgData name="Julia Sauer" userId="283ee4ba-d1ee-45f0-b621-71b636943253" providerId="ADAL" clId="{511524D7-C9B0-4903-8BAC-9E36612ACE4F}" dt="2025-04-09T12:12:33.043" v="109" actId="207"/>
      <pc:docMkLst>
        <pc:docMk/>
      </pc:docMkLst>
      <pc:sldChg chg="addSp delSp modSp mod modNotesTx">
        <pc:chgData name="Julia Sauer" userId="283ee4ba-d1ee-45f0-b621-71b636943253" providerId="ADAL" clId="{511524D7-C9B0-4903-8BAC-9E36612ACE4F}" dt="2025-04-09T12:12:33.043" v="109" actId="207"/>
        <pc:sldMkLst>
          <pc:docMk/>
          <pc:sldMk cId="3719127051" sldId="259"/>
        </pc:sldMkLst>
        <pc:spChg chg="mod">
          <ac:chgData name="Julia Sauer" userId="283ee4ba-d1ee-45f0-b621-71b636943253" providerId="ADAL" clId="{511524D7-C9B0-4903-8BAC-9E36612ACE4F}" dt="2025-04-09T12:12:33.043" v="109" actId="207"/>
          <ac:spMkLst>
            <pc:docMk/>
            <pc:sldMk cId="3719127051" sldId="259"/>
            <ac:spMk id="2" creationId="{7990CA53-BB02-9E19-9671-804AA202785E}"/>
          </ac:spMkLst>
        </pc:spChg>
        <pc:inkChg chg="add del">
          <ac:chgData name="Julia Sauer" userId="283ee4ba-d1ee-45f0-b621-71b636943253" providerId="ADAL" clId="{511524D7-C9B0-4903-8BAC-9E36612ACE4F}" dt="2025-04-09T12:12:13.893" v="108" actId="478"/>
          <ac:inkMkLst>
            <pc:docMk/>
            <pc:sldMk cId="3719127051" sldId="259"/>
            <ac:inkMk id="7" creationId="{24775F20-B412-3C9A-4743-90A9FA8DCFEB}"/>
          </ac:inkMkLst>
        </pc:inkChg>
      </pc:sldChg>
      <pc:sldChg chg="modSp mod">
        <pc:chgData name="Julia Sauer" userId="283ee4ba-d1ee-45f0-b621-71b636943253" providerId="ADAL" clId="{511524D7-C9B0-4903-8BAC-9E36612ACE4F}" dt="2025-04-09T10:10:47.827" v="47" actId="207"/>
        <pc:sldMkLst>
          <pc:docMk/>
          <pc:sldMk cId="4003264796" sldId="268"/>
        </pc:sldMkLst>
        <pc:spChg chg="mod">
          <ac:chgData name="Julia Sauer" userId="283ee4ba-d1ee-45f0-b621-71b636943253" providerId="ADAL" clId="{511524D7-C9B0-4903-8BAC-9E36612ACE4F}" dt="2025-04-09T10:10:47.827" v="47" actId="207"/>
          <ac:spMkLst>
            <pc:docMk/>
            <pc:sldMk cId="4003264796" sldId="268"/>
            <ac:spMk id="6" creationId="{9C4D912D-482F-4568-F057-84212A020E19}"/>
          </ac:spMkLst>
        </pc:spChg>
      </pc:sldChg>
      <pc:sldChg chg="addSp delSp modSp mod">
        <pc:chgData name="Julia Sauer" userId="283ee4ba-d1ee-45f0-b621-71b636943253" providerId="ADAL" clId="{511524D7-C9B0-4903-8BAC-9E36612ACE4F}" dt="2025-04-09T10:26:30.239" v="52" actId="1076"/>
        <pc:sldMkLst>
          <pc:docMk/>
          <pc:sldMk cId="2083162493" sldId="270"/>
        </pc:sldMkLst>
        <pc:spChg chg="del">
          <ac:chgData name="Julia Sauer" userId="283ee4ba-d1ee-45f0-b621-71b636943253" providerId="ADAL" clId="{511524D7-C9B0-4903-8BAC-9E36612ACE4F}" dt="2025-04-09T10:06:01.792" v="33" actId="478"/>
          <ac:spMkLst>
            <pc:docMk/>
            <pc:sldMk cId="2083162493" sldId="270"/>
            <ac:spMk id="3" creationId="{9CC7661F-B768-F6C4-5880-7599BA0A2CCA}"/>
          </ac:spMkLst>
        </pc:spChg>
        <pc:spChg chg="mod">
          <ac:chgData name="Julia Sauer" userId="283ee4ba-d1ee-45f0-b621-71b636943253" providerId="ADAL" clId="{511524D7-C9B0-4903-8BAC-9E36612ACE4F}" dt="2025-04-09T08:22:21.025" v="28" actId="14100"/>
          <ac:spMkLst>
            <pc:docMk/>
            <pc:sldMk cId="2083162493" sldId="270"/>
            <ac:spMk id="4" creationId="{EB453E2C-7A97-8CB9-5E26-1946DEBCB7C4}"/>
          </ac:spMkLst>
        </pc:spChg>
        <pc:spChg chg="del mod">
          <ac:chgData name="Julia Sauer" userId="283ee4ba-d1ee-45f0-b621-71b636943253" providerId="ADAL" clId="{511524D7-C9B0-4903-8BAC-9E36612ACE4F}" dt="2025-04-09T10:05:54.550" v="31" actId="478"/>
          <ac:spMkLst>
            <pc:docMk/>
            <pc:sldMk cId="2083162493" sldId="270"/>
            <ac:spMk id="6" creationId="{AD96BDC4-4178-7ABC-C2D4-7593E61388F8}"/>
          </ac:spMkLst>
        </pc:spChg>
        <pc:spChg chg="del">
          <ac:chgData name="Julia Sauer" userId="283ee4ba-d1ee-45f0-b621-71b636943253" providerId="ADAL" clId="{511524D7-C9B0-4903-8BAC-9E36612ACE4F}" dt="2025-04-09T10:05:55.799" v="32" actId="478"/>
          <ac:spMkLst>
            <pc:docMk/>
            <pc:sldMk cId="2083162493" sldId="270"/>
            <ac:spMk id="7" creationId="{8D137B9F-7080-CF93-2C5A-7E94B7D18F3F}"/>
          </ac:spMkLst>
        </pc:spChg>
        <pc:spChg chg="add del mod">
          <ac:chgData name="Julia Sauer" userId="283ee4ba-d1ee-45f0-b621-71b636943253" providerId="ADAL" clId="{511524D7-C9B0-4903-8BAC-9E36612ACE4F}" dt="2025-04-09T10:26:17.343" v="50" actId="478"/>
          <ac:spMkLst>
            <pc:docMk/>
            <pc:sldMk cId="2083162493" sldId="270"/>
            <ac:spMk id="9" creationId="{8A76FAA5-2989-DF17-18EC-01BF93A3CC3B}"/>
          </ac:spMkLst>
        </pc:spChg>
        <pc:spChg chg="add mod">
          <ac:chgData name="Julia Sauer" userId="283ee4ba-d1ee-45f0-b621-71b636943253" providerId="ADAL" clId="{511524D7-C9B0-4903-8BAC-9E36612ACE4F}" dt="2025-04-09T10:11:20.029" v="49" actId="207"/>
          <ac:spMkLst>
            <pc:docMk/>
            <pc:sldMk cId="2083162493" sldId="270"/>
            <ac:spMk id="11" creationId="{A7AA8BBB-FF54-BDB5-112A-9740C074842C}"/>
          </ac:spMkLst>
        </pc:spChg>
        <pc:picChg chg="add mod">
          <ac:chgData name="Julia Sauer" userId="283ee4ba-d1ee-45f0-b621-71b636943253" providerId="ADAL" clId="{511524D7-C9B0-4903-8BAC-9E36612ACE4F}" dt="2025-04-09T10:26:30.239" v="52" actId="1076"/>
          <ac:picMkLst>
            <pc:docMk/>
            <pc:sldMk cId="2083162493" sldId="270"/>
            <ac:picMk id="8" creationId="{0572C545-73CC-34AD-BA1C-82FF6E2873BF}"/>
          </ac:picMkLst>
        </pc:picChg>
        <pc:picChg chg="add del mod ord">
          <ac:chgData name="Julia Sauer" userId="283ee4ba-d1ee-45f0-b621-71b636943253" providerId="ADAL" clId="{511524D7-C9B0-4903-8BAC-9E36612ACE4F}" dt="2025-04-09T10:06:17.021" v="35" actId="34307"/>
          <ac:picMkLst>
            <pc:docMk/>
            <pc:sldMk cId="2083162493" sldId="270"/>
            <ac:picMk id="10" creationId="{0A3EE5C6-2057-6871-244D-C3BC24101C75}"/>
          </ac:picMkLst>
        </pc:picChg>
      </pc:sldChg>
    </pc:docChg>
  </pc:docChgLst>
  <pc:docChgLst>
    <pc:chgData name="flo hansen" userId="S::flo.hansen@unibas.onmicrosoft.com::ad8a77c2-1046-47a3-aeef-1d4cf59660b4" providerId="AD" clId="Web-{E94B8329-B347-3695-C4E3-E37C2EDD71BC}"/>
    <pc:docChg chg="modSld">
      <pc:chgData name="flo hansen" userId="S::flo.hansen@unibas.onmicrosoft.com::ad8a77c2-1046-47a3-aeef-1d4cf59660b4" providerId="AD" clId="Web-{E94B8329-B347-3695-C4E3-E37C2EDD71BC}" dt="2025-04-09T12:40:13.396" v="45" actId="20577"/>
      <pc:docMkLst>
        <pc:docMk/>
      </pc:docMkLst>
      <pc:sldChg chg="modSp">
        <pc:chgData name="flo hansen" userId="S::flo.hansen@unibas.onmicrosoft.com::ad8a77c2-1046-47a3-aeef-1d4cf59660b4" providerId="AD" clId="Web-{E94B8329-B347-3695-C4E3-E37C2EDD71BC}" dt="2025-04-09T10:39:55.242" v="3"/>
        <pc:sldMkLst>
          <pc:docMk/>
          <pc:sldMk cId="3506951388" sldId="267"/>
        </pc:sldMkLst>
        <pc:spChg chg="mod">
          <ac:chgData name="flo hansen" userId="S::flo.hansen@unibas.onmicrosoft.com::ad8a77c2-1046-47a3-aeef-1d4cf59660b4" providerId="AD" clId="Web-{E94B8329-B347-3695-C4E3-E37C2EDD71BC}" dt="2025-04-09T10:39:55.242" v="3"/>
          <ac:spMkLst>
            <pc:docMk/>
            <pc:sldMk cId="3506951388" sldId="267"/>
            <ac:spMk id="2" creationId="{CB9D84FF-5F10-172B-4975-FD6452F479E3}"/>
          </ac:spMkLst>
        </pc:spChg>
        <pc:spChg chg="mod">
          <ac:chgData name="flo hansen" userId="S::flo.hansen@unibas.onmicrosoft.com::ad8a77c2-1046-47a3-aeef-1d4cf59660b4" providerId="AD" clId="Web-{E94B8329-B347-3695-C4E3-E37C2EDD71BC}" dt="2025-04-09T10:39:28.007" v="0" actId="20577"/>
          <ac:spMkLst>
            <pc:docMk/>
            <pc:sldMk cId="3506951388" sldId="267"/>
            <ac:spMk id="6" creationId="{7339A82A-36AB-83B4-8839-F55411F3BB0B}"/>
          </ac:spMkLst>
        </pc:spChg>
      </pc:sldChg>
      <pc:sldChg chg="modSp">
        <pc:chgData name="flo hansen" userId="S::flo.hansen@unibas.onmicrosoft.com::ad8a77c2-1046-47a3-aeef-1d4cf59660b4" providerId="AD" clId="Web-{E94B8329-B347-3695-C4E3-E37C2EDD71BC}" dt="2025-04-09T12:40:13.396" v="45" actId="20577"/>
        <pc:sldMkLst>
          <pc:docMk/>
          <pc:sldMk cId="2736563128" sldId="271"/>
        </pc:sldMkLst>
        <pc:spChg chg="mod">
          <ac:chgData name="flo hansen" userId="S::flo.hansen@unibas.onmicrosoft.com::ad8a77c2-1046-47a3-aeef-1d4cf59660b4" providerId="AD" clId="Web-{E94B8329-B347-3695-C4E3-E37C2EDD71BC}" dt="2025-04-09T12:40:13.396" v="45" actId="20577"/>
          <ac:spMkLst>
            <pc:docMk/>
            <pc:sldMk cId="2736563128" sldId="271"/>
            <ac:spMk id="15" creationId="{31FE2A00-3201-CB7A-ED36-6D21041B9EB5}"/>
          </ac:spMkLst>
        </pc:spChg>
      </pc:sldChg>
    </pc:docChg>
  </pc:docChgLst>
  <pc:docChgLst>
    <pc:chgData name="Ana Svalina" userId="4993ab62-0235-4c90-847a-a2e6ff544f59" providerId="ADAL" clId="{5796DE68-BF77-4FBE-8FDA-0E9B91155E6F}"/>
    <pc:docChg chg="undo redo custSel addSld delSld modSld sldOrd">
      <pc:chgData name="Ana Svalina" userId="4993ab62-0235-4c90-847a-a2e6ff544f59" providerId="ADAL" clId="{5796DE68-BF77-4FBE-8FDA-0E9B91155E6F}" dt="2025-04-09T13:19:16.873" v="1012" actId="1076"/>
      <pc:docMkLst>
        <pc:docMk/>
      </pc:docMkLst>
      <pc:sldChg chg="addSp delSp modSp mod ord">
        <pc:chgData name="Ana Svalina" userId="4993ab62-0235-4c90-847a-a2e6ff544f59" providerId="ADAL" clId="{5796DE68-BF77-4FBE-8FDA-0E9B91155E6F}" dt="2025-04-09T12:15:52.432" v="1003" actId="207"/>
        <pc:sldMkLst>
          <pc:docMk/>
          <pc:sldMk cId="3719127051" sldId="259"/>
        </pc:sldMkLst>
        <pc:spChg chg="add del mod">
          <ac:chgData name="Ana Svalina" userId="4993ab62-0235-4c90-847a-a2e6ff544f59" providerId="ADAL" clId="{5796DE68-BF77-4FBE-8FDA-0E9B91155E6F}" dt="2025-04-09T12:15:52.432" v="1003" actId="207"/>
          <ac:spMkLst>
            <pc:docMk/>
            <pc:sldMk cId="3719127051" sldId="259"/>
            <ac:spMk id="2" creationId="{7990CA53-BB02-9E19-9671-804AA202785E}"/>
          </ac:spMkLst>
        </pc:spChg>
        <pc:spChg chg="mod">
          <ac:chgData name="Ana Svalina" userId="4993ab62-0235-4c90-847a-a2e6ff544f59" providerId="ADAL" clId="{5796DE68-BF77-4FBE-8FDA-0E9B91155E6F}" dt="2025-04-09T10:28:09.857" v="798" actId="113"/>
          <ac:spMkLst>
            <pc:docMk/>
            <pc:sldMk cId="3719127051" sldId="259"/>
            <ac:spMk id="4" creationId="{EA0EF47A-DFCB-9E19-03DB-3749AC3800AA}"/>
          </ac:spMkLst>
        </pc:spChg>
        <pc:spChg chg="mod">
          <ac:chgData name="Ana Svalina" userId="4993ab62-0235-4c90-847a-a2e6ff544f59" providerId="ADAL" clId="{5796DE68-BF77-4FBE-8FDA-0E9B91155E6F}" dt="2025-04-08T17:44:15.617" v="200" actId="1076"/>
          <ac:spMkLst>
            <pc:docMk/>
            <pc:sldMk cId="3719127051" sldId="259"/>
            <ac:spMk id="5" creationId="{BD7ACC24-77C8-61DE-C0BC-4C2EAC9F4B69}"/>
          </ac:spMkLst>
        </pc:spChg>
        <pc:cxnChg chg="add mod">
          <ac:chgData name="Ana Svalina" userId="4993ab62-0235-4c90-847a-a2e6ff544f59" providerId="ADAL" clId="{5796DE68-BF77-4FBE-8FDA-0E9B91155E6F}" dt="2025-04-08T17:43:34.076" v="195" actId="208"/>
          <ac:cxnSpMkLst>
            <pc:docMk/>
            <pc:sldMk cId="3719127051" sldId="259"/>
            <ac:cxnSpMk id="6" creationId="{67A589E0-2139-54BD-7398-5407D4B30DD3}"/>
          </ac:cxnSpMkLst>
        </pc:cxnChg>
        <pc:cxnChg chg="add mod">
          <ac:chgData name="Ana Svalina" userId="4993ab62-0235-4c90-847a-a2e6ff544f59" providerId="ADAL" clId="{5796DE68-BF77-4FBE-8FDA-0E9B91155E6F}" dt="2025-04-08T17:43:41.828" v="196" actId="208"/>
          <ac:cxnSpMkLst>
            <pc:docMk/>
            <pc:sldMk cId="3719127051" sldId="259"/>
            <ac:cxnSpMk id="8" creationId="{D05EB982-844D-4FCF-0BBA-AFD8A7FFD2DE}"/>
          </ac:cxnSpMkLst>
        </pc:cxnChg>
      </pc:sldChg>
      <pc:sldChg chg="addSp delSp modSp del mod">
        <pc:chgData name="Ana Svalina" userId="4993ab62-0235-4c90-847a-a2e6ff544f59" providerId="ADAL" clId="{5796DE68-BF77-4FBE-8FDA-0E9B91155E6F}" dt="2025-04-08T17:28:21.143" v="79" actId="47"/>
        <pc:sldMkLst>
          <pc:docMk/>
          <pc:sldMk cId="1160815821" sldId="262"/>
        </pc:sldMkLst>
        <pc:spChg chg="mod">
          <ac:chgData name="Ana Svalina" userId="4993ab62-0235-4c90-847a-a2e6ff544f59" providerId="ADAL" clId="{5796DE68-BF77-4FBE-8FDA-0E9B91155E6F}" dt="2025-04-08T17:21:11.546" v="26" actId="2711"/>
          <ac:spMkLst>
            <pc:docMk/>
            <pc:sldMk cId="1160815821" sldId="262"/>
            <ac:spMk id="2" creationId="{39F34502-A787-26D8-E696-EFCD6009C7AE}"/>
          </ac:spMkLst>
        </pc:spChg>
        <pc:spChg chg="mod">
          <ac:chgData name="Ana Svalina" userId="4993ab62-0235-4c90-847a-a2e6ff544f59" providerId="ADAL" clId="{5796DE68-BF77-4FBE-8FDA-0E9B91155E6F}" dt="2025-04-08T17:21:27.141" v="27" actId="2711"/>
          <ac:spMkLst>
            <pc:docMk/>
            <pc:sldMk cId="1160815821" sldId="262"/>
            <ac:spMk id="3" creationId="{97CE016B-109E-442A-605E-890C4BDDDA96}"/>
          </ac:spMkLst>
        </pc:spChg>
        <pc:spChg chg="add">
          <ac:chgData name="Ana Svalina" userId="4993ab62-0235-4c90-847a-a2e6ff544f59" providerId="ADAL" clId="{5796DE68-BF77-4FBE-8FDA-0E9B91155E6F}" dt="2025-04-08T17:20:39.827" v="20"/>
          <ac:spMkLst>
            <pc:docMk/>
            <pc:sldMk cId="1160815821" sldId="262"/>
            <ac:spMk id="4" creationId="{80E912BE-0A56-1853-601A-2E932C5DA5A2}"/>
          </ac:spMkLst>
        </pc:spChg>
        <pc:spChg chg="del">
          <ac:chgData name="Ana Svalina" userId="4993ab62-0235-4c90-847a-a2e6ff544f59" providerId="ADAL" clId="{5796DE68-BF77-4FBE-8FDA-0E9B91155E6F}" dt="2025-04-08T17:23:14.969" v="29" actId="478"/>
          <ac:spMkLst>
            <pc:docMk/>
            <pc:sldMk cId="1160815821" sldId="262"/>
            <ac:spMk id="5" creationId="{40768E94-5653-4EF0-AE36-086E6B2544B6}"/>
          </ac:spMkLst>
        </pc:spChg>
        <pc:spChg chg="add del mod">
          <ac:chgData name="Ana Svalina" userId="4993ab62-0235-4c90-847a-a2e6ff544f59" providerId="ADAL" clId="{5796DE68-BF77-4FBE-8FDA-0E9B91155E6F}" dt="2025-04-08T17:23:16.446" v="30"/>
          <ac:spMkLst>
            <pc:docMk/>
            <pc:sldMk cId="1160815821" sldId="262"/>
            <ac:spMk id="8" creationId="{7ABB7349-28A0-3B73-20DF-BC8BB0DAEDC5}"/>
          </ac:spMkLst>
        </pc:spChg>
        <pc:spChg chg="add del mod">
          <ac:chgData name="Ana Svalina" userId="4993ab62-0235-4c90-847a-a2e6ff544f59" providerId="ADAL" clId="{5796DE68-BF77-4FBE-8FDA-0E9B91155E6F}" dt="2025-04-08T17:23:18.452" v="31"/>
          <ac:spMkLst>
            <pc:docMk/>
            <pc:sldMk cId="1160815821" sldId="262"/>
            <ac:spMk id="9" creationId="{1C373189-1D3A-665E-3D5E-6A2CC61CC04E}"/>
          </ac:spMkLst>
        </pc:spChg>
        <pc:spChg chg="add del mod">
          <ac:chgData name="Ana Svalina" userId="4993ab62-0235-4c90-847a-a2e6ff544f59" providerId="ADAL" clId="{5796DE68-BF77-4FBE-8FDA-0E9B91155E6F}" dt="2025-04-08T17:23:18.924" v="32" actId="478"/>
          <ac:spMkLst>
            <pc:docMk/>
            <pc:sldMk cId="1160815821" sldId="262"/>
            <ac:spMk id="10" creationId="{FEC44986-1CE8-1BB8-44F5-4D6174BF29DD}"/>
          </ac:spMkLst>
        </pc:spChg>
        <pc:spChg chg="add mod">
          <ac:chgData name="Ana Svalina" userId="4993ab62-0235-4c90-847a-a2e6ff544f59" providerId="ADAL" clId="{5796DE68-BF77-4FBE-8FDA-0E9B91155E6F}" dt="2025-04-08T17:23:59.965" v="39" actId="20577"/>
          <ac:spMkLst>
            <pc:docMk/>
            <pc:sldMk cId="1160815821" sldId="262"/>
            <ac:spMk id="11" creationId="{D47AF9E0-6EC4-ABBC-D117-730A15583849}"/>
          </ac:spMkLst>
        </pc:spChg>
        <pc:spChg chg="del">
          <ac:chgData name="Ana Svalina" userId="4993ab62-0235-4c90-847a-a2e6ff544f59" providerId="ADAL" clId="{5796DE68-BF77-4FBE-8FDA-0E9B91155E6F}" dt="2025-04-08T17:20:36.903" v="19" actId="478"/>
          <ac:spMkLst>
            <pc:docMk/>
            <pc:sldMk cId="1160815821" sldId="262"/>
            <ac:spMk id="14" creationId="{96094E5D-149E-4284-87FD-97DEDEA42B45}"/>
          </ac:spMkLst>
        </pc:spChg>
        <pc:picChg chg="add mod">
          <ac:chgData name="Ana Svalina" userId="4993ab62-0235-4c90-847a-a2e6ff544f59" providerId="ADAL" clId="{5796DE68-BF77-4FBE-8FDA-0E9B91155E6F}" dt="2025-04-08T17:21:38.695" v="28" actId="14100"/>
          <ac:picMkLst>
            <pc:docMk/>
            <pc:sldMk cId="1160815821" sldId="262"/>
            <ac:picMk id="6" creationId="{9CE388D3-680F-54A9-1D39-2AF83E4D3701}"/>
          </ac:picMkLst>
        </pc:picChg>
        <pc:picChg chg="del">
          <ac:chgData name="Ana Svalina" userId="4993ab62-0235-4c90-847a-a2e6ff544f59" providerId="ADAL" clId="{5796DE68-BF77-4FBE-8FDA-0E9B91155E6F}" dt="2025-04-08T17:20:31.541" v="17" actId="478"/>
          <ac:picMkLst>
            <pc:docMk/>
            <pc:sldMk cId="1160815821" sldId="262"/>
            <ac:picMk id="1026" creationId="{96587F99-669B-D706-CCD6-D63A7BC69C65}"/>
          </ac:picMkLst>
        </pc:picChg>
        <pc:picChg chg="del">
          <ac:chgData name="Ana Svalina" userId="4993ab62-0235-4c90-847a-a2e6ff544f59" providerId="ADAL" clId="{5796DE68-BF77-4FBE-8FDA-0E9B91155E6F}" dt="2025-04-08T17:20:33.400" v="18" actId="478"/>
          <ac:picMkLst>
            <pc:docMk/>
            <pc:sldMk cId="1160815821" sldId="262"/>
            <ac:picMk id="1028" creationId="{96A1EBF2-25F0-EC8A-3F59-5E3C4D505D52}"/>
          </ac:picMkLst>
        </pc:picChg>
      </pc:sldChg>
      <pc:sldChg chg="addSp delSp modSp del mod">
        <pc:chgData name="Ana Svalina" userId="4993ab62-0235-4c90-847a-a2e6ff544f59" providerId="ADAL" clId="{5796DE68-BF77-4FBE-8FDA-0E9B91155E6F}" dt="2025-04-08T18:01:36.282" v="456" actId="47"/>
        <pc:sldMkLst>
          <pc:docMk/>
          <pc:sldMk cId="180296305" sldId="263"/>
        </pc:sldMkLst>
        <pc:spChg chg="add mod">
          <ac:chgData name="Ana Svalina" userId="4993ab62-0235-4c90-847a-a2e6ff544f59" providerId="ADAL" clId="{5796DE68-BF77-4FBE-8FDA-0E9B91155E6F}" dt="2025-04-08T17:55:07.514" v="391" actId="478"/>
          <ac:spMkLst>
            <pc:docMk/>
            <pc:sldMk cId="180296305" sldId="263"/>
            <ac:spMk id="4" creationId="{5EEB10CB-A175-130F-C0ED-0D12C22B3234}"/>
          </ac:spMkLst>
        </pc:spChg>
        <pc:spChg chg="del">
          <ac:chgData name="Ana Svalina" userId="4993ab62-0235-4c90-847a-a2e6ff544f59" providerId="ADAL" clId="{5796DE68-BF77-4FBE-8FDA-0E9B91155E6F}" dt="2025-04-08T17:55:07.514" v="391" actId="478"/>
          <ac:spMkLst>
            <pc:docMk/>
            <pc:sldMk cId="180296305" sldId="263"/>
            <ac:spMk id="8" creationId="{6B77606C-769A-EA61-AC22-336EE12FD728}"/>
          </ac:spMkLst>
        </pc:spChg>
      </pc:sldChg>
      <pc:sldChg chg="del">
        <pc:chgData name="Ana Svalina" userId="4993ab62-0235-4c90-847a-a2e6ff544f59" providerId="ADAL" clId="{5796DE68-BF77-4FBE-8FDA-0E9B91155E6F}" dt="2025-04-08T17:54:24.732" v="389" actId="47"/>
        <pc:sldMkLst>
          <pc:docMk/>
          <pc:sldMk cId="312047518" sldId="264"/>
        </pc:sldMkLst>
      </pc:sldChg>
      <pc:sldChg chg="addSp modSp del mod">
        <pc:chgData name="Ana Svalina" userId="4993ab62-0235-4c90-847a-a2e6ff544f59" providerId="ADAL" clId="{5796DE68-BF77-4FBE-8FDA-0E9B91155E6F}" dt="2025-04-08T17:38:26.665" v="135" actId="47"/>
        <pc:sldMkLst>
          <pc:docMk/>
          <pc:sldMk cId="192805489" sldId="265"/>
        </pc:sldMkLst>
        <pc:spChg chg="add mod">
          <ac:chgData name="Ana Svalina" userId="4993ab62-0235-4c90-847a-a2e6ff544f59" providerId="ADAL" clId="{5796DE68-BF77-4FBE-8FDA-0E9B91155E6F}" dt="2025-04-08T16:48:22.773" v="16" actId="1076"/>
          <ac:spMkLst>
            <pc:docMk/>
            <pc:sldMk cId="192805489" sldId="265"/>
            <ac:spMk id="2" creationId="{94DF9DBA-C835-C7C2-F93C-DEF2040EE44E}"/>
          </ac:spMkLst>
        </pc:spChg>
      </pc:sldChg>
      <pc:sldChg chg="addSp delSp modSp add mod setBg">
        <pc:chgData name="Ana Svalina" userId="4993ab62-0235-4c90-847a-a2e6ff544f59" providerId="ADAL" clId="{5796DE68-BF77-4FBE-8FDA-0E9B91155E6F}" dt="2025-04-09T09:54:25.300" v="714" actId="478"/>
        <pc:sldMkLst>
          <pc:docMk/>
          <pc:sldMk cId="1749491750" sldId="266"/>
        </pc:sldMkLst>
        <pc:spChg chg="add del mod">
          <ac:chgData name="Ana Svalina" userId="4993ab62-0235-4c90-847a-a2e6ff544f59" providerId="ADAL" clId="{5796DE68-BF77-4FBE-8FDA-0E9B91155E6F}" dt="2025-04-09T09:54:22.191" v="713" actId="478"/>
          <ac:spMkLst>
            <pc:docMk/>
            <pc:sldMk cId="1749491750" sldId="266"/>
            <ac:spMk id="2" creationId="{39F34502-A787-26D8-E696-EFCD6009C7AE}"/>
          </ac:spMkLst>
        </pc:spChg>
        <pc:spChg chg="del">
          <ac:chgData name="Ana Svalina" userId="4993ab62-0235-4c90-847a-a2e6ff544f59" providerId="ADAL" clId="{5796DE68-BF77-4FBE-8FDA-0E9B91155E6F}" dt="2025-04-09T09:53:13.482" v="696" actId="478"/>
          <ac:spMkLst>
            <pc:docMk/>
            <pc:sldMk cId="1749491750" sldId="266"/>
            <ac:spMk id="3" creationId="{97CE016B-109E-442A-605E-890C4BDDDA96}"/>
          </ac:spMkLst>
        </pc:spChg>
        <pc:spChg chg="del">
          <ac:chgData name="Ana Svalina" userId="4993ab62-0235-4c90-847a-a2e6ff544f59" providerId="ADAL" clId="{5796DE68-BF77-4FBE-8FDA-0E9B91155E6F}" dt="2025-04-09T09:53:29.468" v="702" actId="478"/>
          <ac:spMkLst>
            <pc:docMk/>
            <pc:sldMk cId="1749491750" sldId="266"/>
            <ac:spMk id="6" creationId="{D5D6FD87-71F5-616F-8307-B972A7CC74EF}"/>
          </ac:spMkLst>
        </pc:spChg>
        <pc:spChg chg="del">
          <ac:chgData name="Ana Svalina" userId="4993ab62-0235-4c90-847a-a2e6ff544f59" providerId="ADAL" clId="{5796DE68-BF77-4FBE-8FDA-0E9B91155E6F}" dt="2025-04-09T09:53:34.081" v="704" actId="478"/>
          <ac:spMkLst>
            <pc:docMk/>
            <pc:sldMk cId="1749491750" sldId="266"/>
            <ac:spMk id="7" creationId="{EC075009-2AB1-5146-2C5B-C9DE9F8FA78B}"/>
          </ac:spMkLst>
        </pc:spChg>
        <pc:spChg chg="del">
          <ac:chgData name="Ana Svalina" userId="4993ab62-0235-4c90-847a-a2e6ff544f59" providerId="ADAL" clId="{5796DE68-BF77-4FBE-8FDA-0E9B91155E6F}" dt="2025-04-08T17:24:42.525" v="43" actId="478"/>
          <ac:spMkLst>
            <pc:docMk/>
            <pc:sldMk cId="1749491750" sldId="266"/>
            <ac:spMk id="8" creationId="{D43D0D3A-FD9B-2595-C421-7B393311E2A1}"/>
          </ac:spMkLst>
        </pc:spChg>
        <pc:spChg chg="add del">
          <ac:chgData name="Ana Svalina" userId="4993ab62-0235-4c90-847a-a2e6ff544f59" providerId="ADAL" clId="{5796DE68-BF77-4FBE-8FDA-0E9B91155E6F}" dt="2025-04-09T09:53:13.482" v="696" actId="478"/>
          <ac:spMkLst>
            <pc:docMk/>
            <pc:sldMk cId="1749491750" sldId="266"/>
            <ac:spMk id="9" creationId="{60746108-22EC-9CC9-56B7-DAC28A11BB14}"/>
          </ac:spMkLst>
        </pc:spChg>
        <pc:spChg chg="add del mod">
          <ac:chgData name="Ana Svalina" userId="4993ab62-0235-4c90-847a-a2e6ff544f59" providerId="ADAL" clId="{5796DE68-BF77-4FBE-8FDA-0E9B91155E6F}" dt="2025-04-09T09:54:25.300" v="714" actId="478"/>
          <ac:spMkLst>
            <pc:docMk/>
            <pc:sldMk cId="1749491750" sldId="266"/>
            <ac:spMk id="11" creationId="{655EC5BD-427C-20CB-6ABA-C9A0D386E839}"/>
          </ac:spMkLst>
        </pc:spChg>
        <pc:spChg chg="del mod">
          <ac:chgData name="Ana Svalina" userId="4993ab62-0235-4c90-847a-a2e6ff544f59" providerId="ADAL" clId="{5796DE68-BF77-4FBE-8FDA-0E9B91155E6F}" dt="2025-04-08T17:24:57.683" v="48" actId="478"/>
          <ac:spMkLst>
            <pc:docMk/>
            <pc:sldMk cId="1749491750" sldId="266"/>
            <ac:spMk id="14" creationId="{96094E5D-149E-4284-87FD-97DEDEA42B45}"/>
          </ac:spMkLst>
        </pc:spChg>
        <pc:spChg chg="add del">
          <ac:chgData name="Ana Svalina" userId="4993ab62-0235-4c90-847a-a2e6ff544f59" providerId="ADAL" clId="{5796DE68-BF77-4FBE-8FDA-0E9B91155E6F}" dt="2025-04-09T09:53:52.063" v="710" actId="26606"/>
          <ac:spMkLst>
            <pc:docMk/>
            <pc:sldMk cId="1749491750" sldId="266"/>
            <ac:spMk id="17" creationId="{42A4FC2C-047E-45A5-965D-8E1E3BF09BC6}"/>
          </ac:spMkLst>
        </pc:spChg>
        <pc:graphicFrameChg chg="del mod">
          <ac:chgData name="Ana Svalina" userId="4993ab62-0235-4c90-847a-a2e6ff544f59" providerId="ADAL" clId="{5796DE68-BF77-4FBE-8FDA-0E9B91155E6F}" dt="2025-04-09T09:53:25.100" v="701" actId="478"/>
          <ac:graphicFrameMkLst>
            <pc:docMk/>
            <pc:sldMk cId="1749491750" sldId="266"/>
            <ac:graphicFrameMk id="1029" creationId="{19ED5F53-A94C-CAEF-E343-C63C33C929C8}"/>
          </ac:graphicFrameMkLst>
        </pc:graphicFrameChg>
        <pc:picChg chg="add del mod">
          <ac:chgData name="Ana Svalina" userId="4993ab62-0235-4c90-847a-a2e6ff544f59" providerId="ADAL" clId="{5796DE68-BF77-4FBE-8FDA-0E9B91155E6F}" dt="2025-04-09T09:53:17.425" v="698" actId="478"/>
          <ac:picMkLst>
            <pc:docMk/>
            <pc:sldMk cId="1749491750" sldId="266"/>
            <ac:picMk id="4" creationId="{A6F9AC0D-17E0-CF83-242F-500E0DC724C6}"/>
          </ac:picMkLst>
        </pc:picChg>
        <pc:picChg chg="del">
          <ac:chgData name="Ana Svalina" userId="4993ab62-0235-4c90-847a-a2e6ff544f59" providerId="ADAL" clId="{5796DE68-BF77-4FBE-8FDA-0E9B91155E6F}" dt="2025-04-08T17:24:39.643" v="42" actId="478"/>
          <ac:picMkLst>
            <pc:docMk/>
            <pc:sldMk cId="1749491750" sldId="266"/>
            <ac:picMk id="6" creationId="{A7F5B89A-160B-3A52-5142-B4D4FA56459B}"/>
          </ac:picMkLst>
        </pc:picChg>
        <pc:picChg chg="del">
          <ac:chgData name="Ana Svalina" userId="4993ab62-0235-4c90-847a-a2e6ff544f59" providerId="ADAL" clId="{5796DE68-BF77-4FBE-8FDA-0E9B91155E6F}" dt="2025-04-08T17:24:54.115" v="47" actId="478"/>
          <ac:picMkLst>
            <pc:docMk/>
            <pc:sldMk cId="1749491750" sldId="266"/>
            <ac:picMk id="7" creationId="{FFA09BB7-122D-292E-0358-9CA7A4E88975}"/>
          </ac:picMkLst>
        </pc:picChg>
        <pc:picChg chg="add mod">
          <ac:chgData name="Ana Svalina" userId="4993ab62-0235-4c90-847a-a2e6ff544f59" providerId="ADAL" clId="{5796DE68-BF77-4FBE-8FDA-0E9B91155E6F}" dt="2025-04-09T09:53:58.652" v="712" actId="1076"/>
          <ac:picMkLst>
            <pc:docMk/>
            <pc:sldMk cId="1749491750" sldId="266"/>
            <ac:picMk id="12" creationId="{1F8B3459-293D-6472-2927-0CF5A2B3013C}"/>
          </ac:picMkLst>
        </pc:picChg>
        <pc:picChg chg="del mod">
          <ac:chgData name="Ana Svalina" userId="4993ab62-0235-4c90-847a-a2e6ff544f59" providerId="ADAL" clId="{5796DE68-BF77-4FBE-8FDA-0E9B91155E6F}" dt="2025-04-08T17:26:37.493" v="60" actId="478"/>
          <ac:picMkLst>
            <pc:docMk/>
            <pc:sldMk cId="1749491750" sldId="266"/>
            <ac:picMk id="54" creationId="{E103B565-4131-0AE2-4DCB-F930BBBE9747}"/>
          </ac:picMkLst>
        </pc:picChg>
        <pc:picChg chg="del mod">
          <ac:chgData name="Ana Svalina" userId="4993ab62-0235-4c90-847a-a2e6ff544f59" providerId="ADAL" clId="{5796DE68-BF77-4FBE-8FDA-0E9B91155E6F}" dt="2025-04-08T17:26:34.455" v="58" actId="478"/>
          <ac:picMkLst>
            <pc:docMk/>
            <pc:sldMk cId="1749491750" sldId="266"/>
            <ac:picMk id="62" creationId="{B7E2C0CA-26B9-B0BC-47F0-4D1ACAEE7194}"/>
          </ac:picMkLst>
        </pc:picChg>
        <pc:picChg chg="del mod">
          <ac:chgData name="Ana Svalina" userId="4993ab62-0235-4c90-847a-a2e6ff544f59" providerId="ADAL" clId="{5796DE68-BF77-4FBE-8FDA-0E9B91155E6F}" dt="2025-04-08T17:26:35.706" v="59" actId="478"/>
          <ac:picMkLst>
            <pc:docMk/>
            <pc:sldMk cId="1749491750" sldId="266"/>
            <ac:picMk id="63" creationId="{99685552-6A33-B73E-12AA-A330518C7EB7}"/>
          </ac:picMkLst>
        </pc:picChg>
        <pc:picChg chg="add del mod">
          <ac:chgData name="Ana Svalina" userId="4993ab62-0235-4c90-847a-a2e6ff544f59" providerId="ADAL" clId="{5796DE68-BF77-4FBE-8FDA-0E9B91155E6F}" dt="2025-04-09T09:53:30.443" v="703" actId="478"/>
          <ac:picMkLst>
            <pc:docMk/>
            <pc:sldMk cId="1749491750" sldId="266"/>
            <ac:picMk id="2050" creationId="{B1744D47-3633-0C34-33BA-891C4A4BBBFE}"/>
          </ac:picMkLst>
        </pc:picChg>
        <pc:inkChg chg="add del mod">
          <ac:chgData name="Ana Svalina" userId="4993ab62-0235-4c90-847a-a2e6ff544f59" providerId="ADAL" clId="{5796DE68-BF77-4FBE-8FDA-0E9B91155E6F}" dt="2025-04-09T09:53:13.482" v="696" actId="478"/>
          <ac:inkMkLst>
            <pc:docMk/>
            <pc:sldMk cId="1749491750" sldId="266"/>
            <ac:inkMk id="5" creationId="{274FE920-BCB5-A84E-0490-6BEC2EDF8424}"/>
          </ac:inkMkLst>
        </pc:inkChg>
      </pc:sldChg>
      <pc:sldChg chg="addSp delSp modSp add mod">
        <pc:chgData name="Ana Svalina" userId="4993ab62-0235-4c90-847a-a2e6ff544f59" providerId="ADAL" clId="{5796DE68-BF77-4FBE-8FDA-0E9B91155E6F}" dt="2025-04-09T10:33:08.533" v="813" actId="113"/>
        <pc:sldMkLst>
          <pc:docMk/>
          <pc:sldMk cId="3506951388" sldId="267"/>
        </pc:sldMkLst>
        <pc:spChg chg="add mod">
          <ac:chgData name="Ana Svalina" userId="4993ab62-0235-4c90-847a-a2e6ff544f59" providerId="ADAL" clId="{5796DE68-BF77-4FBE-8FDA-0E9B91155E6F}" dt="2025-04-09T10:15:02.839" v="747" actId="208"/>
          <ac:spMkLst>
            <pc:docMk/>
            <pc:sldMk cId="3506951388" sldId="267"/>
            <ac:spMk id="2" creationId="{CB9D84FF-5F10-172B-4975-FD6452F479E3}"/>
          </ac:spMkLst>
        </pc:spChg>
        <pc:spChg chg="add del mod">
          <ac:chgData name="Ana Svalina" userId="4993ab62-0235-4c90-847a-a2e6ff544f59" providerId="ADAL" clId="{5796DE68-BF77-4FBE-8FDA-0E9B91155E6F}" dt="2025-04-08T17:34:38.986" v="100" actId="478"/>
          <ac:spMkLst>
            <pc:docMk/>
            <pc:sldMk cId="3506951388" sldId="267"/>
            <ac:spMk id="3" creationId="{47685B20-7589-3B56-C8BB-3165525EB8F9}"/>
          </ac:spMkLst>
        </pc:spChg>
        <pc:spChg chg="mod">
          <ac:chgData name="Ana Svalina" userId="4993ab62-0235-4c90-847a-a2e6ff544f59" providerId="ADAL" clId="{5796DE68-BF77-4FBE-8FDA-0E9B91155E6F}" dt="2025-04-08T17:36:00.668" v="106" actId="207"/>
          <ac:spMkLst>
            <pc:docMk/>
            <pc:sldMk cId="3506951388" sldId="267"/>
            <ac:spMk id="4" creationId="{6483DEB5-6868-B087-B92F-F767B287DA4E}"/>
          </ac:spMkLst>
        </pc:spChg>
        <pc:spChg chg="mod">
          <ac:chgData name="Ana Svalina" userId="4993ab62-0235-4c90-847a-a2e6ff544f59" providerId="ADAL" clId="{5796DE68-BF77-4FBE-8FDA-0E9B91155E6F}" dt="2025-04-08T17:29:10.273" v="88" actId="27636"/>
          <ac:spMkLst>
            <pc:docMk/>
            <pc:sldMk cId="3506951388" sldId="267"/>
            <ac:spMk id="5" creationId="{1D62C384-4199-C76B-BFE2-72E38526965C}"/>
          </ac:spMkLst>
        </pc:spChg>
        <pc:spChg chg="add mod ord">
          <ac:chgData name="Ana Svalina" userId="4993ab62-0235-4c90-847a-a2e6ff544f59" providerId="ADAL" clId="{5796DE68-BF77-4FBE-8FDA-0E9B91155E6F}" dt="2025-04-09T10:33:08.533" v="813" actId="113"/>
          <ac:spMkLst>
            <pc:docMk/>
            <pc:sldMk cId="3506951388" sldId="267"/>
            <ac:spMk id="6" creationId="{7339A82A-36AB-83B4-8839-F55411F3BB0B}"/>
          </ac:spMkLst>
        </pc:spChg>
        <pc:picChg chg="add mod">
          <ac:chgData name="Ana Svalina" userId="4993ab62-0235-4c90-847a-a2e6ff544f59" providerId="ADAL" clId="{5796DE68-BF77-4FBE-8FDA-0E9B91155E6F}" dt="2025-04-09T09:52:55.946" v="693" actId="1076"/>
          <ac:picMkLst>
            <pc:docMk/>
            <pc:sldMk cId="3506951388" sldId="267"/>
            <ac:picMk id="3" creationId="{06855874-A1CB-88E5-01C0-BDA60793866B}"/>
          </ac:picMkLst>
        </pc:picChg>
        <pc:cxnChg chg="add mod">
          <ac:chgData name="Ana Svalina" userId="4993ab62-0235-4c90-847a-a2e6ff544f59" providerId="ADAL" clId="{5796DE68-BF77-4FBE-8FDA-0E9B91155E6F}" dt="2025-04-08T17:46:40.101" v="219"/>
          <ac:cxnSpMkLst>
            <pc:docMk/>
            <pc:sldMk cId="3506951388" sldId="267"/>
            <ac:cxnSpMk id="7" creationId="{1D14AF98-C8E0-533A-790A-A2B1E4DB1786}"/>
          </ac:cxnSpMkLst>
        </pc:cxnChg>
        <pc:cxnChg chg="add mod">
          <ac:chgData name="Ana Svalina" userId="4993ab62-0235-4c90-847a-a2e6ff544f59" providerId="ADAL" clId="{5796DE68-BF77-4FBE-8FDA-0E9B91155E6F}" dt="2025-04-08T17:46:43.103" v="220"/>
          <ac:cxnSpMkLst>
            <pc:docMk/>
            <pc:sldMk cId="3506951388" sldId="267"/>
            <ac:cxnSpMk id="8" creationId="{B0024D6D-8144-6E6C-C059-F2D7D9C3CD7C}"/>
          </ac:cxnSpMkLst>
        </pc:cxnChg>
      </pc:sldChg>
      <pc:sldChg chg="delSp modSp add mod">
        <pc:chgData name="Ana Svalina" userId="4993ab62-0235-4c90-847a-a2e6ff544f59" providerId="ADAL" clId="{5796DE68-BF77-4FBE-8FDA-0E9B91155E6F}" dt="2025-04-09T10:33:39.712" v="815" actId="1076"/>
        <pc:sldMkLst>
          <pc:docMk/>
          <pc:sldMk cId="4003264796" sldId="268"/>
        </pc:sldMkLst>
        <pc:spChg chg="del">
          <ac:chgData name="Ana Svalina" userId="4993ab62-0235-4c90-847a-a2e6ff544f59" providerId="ADAL" clId="{5796DE68-BF77-4FBE-8FDA-0E9B91155E6F}" dt="2025-04-08T17:38:33.377" v="144" actId="478"/>
          <ac:spMkLst>
            <pc:docMk/>
            <pc:sldMk cId="4003264796" sldId="268"/>
            <ac:spMk id="2" creationId="{3609CEDB-45AD-B6FE-4BCC-8CF41AEDB307}"/>
          </ac:spMkLst>
        </pc:spChg>
        <pc:spChg chg="mod">
          <ac:chgData name="Ana Svalina" userId="4993ab62-0235-4c90-847a-a2e6ff544f59" providerId="ADAL" clId="{5796DE68-BF77-4FBE-8FDA-0E9B91155E6F}" dt="2025-04-09T10:33:39.712" v="815" actId="1076"/>
          <ac:spMkLst>
            <pc:docMk/>
            <pc:sldMk cId="4003264796" sldId="268"/>
            <ac:spMk id="6" creationId="{9C4D912D-482F-4568-F057-84212A020E19}"/>
          </ac:spMkLst>
        </pc:spChg>
      </pc:sldChg>
      <pc:sldChg chg="addSp delSp modSp add del mod">
        <pc:chgData name="Ana Svalina" userId="4993ab62-0235-4c90-847a-a2e6ff544f59" providerId="ADAL" clId="{5796DE68-BF77-4FBE-8FDA-0E9B91155E6F}" dt="2025-04-09T10:03:06.365" v="715" actId="47"/>
        <pc:sldMkLst>
          <pc:docMk/>
          <pc:sldMk cId="2520724117" sldId="269"/>
        </pc:sldMkLst>
        <pc:spChg chg="del">
          <ac:chgData name="Ana Svalina" userId="4993ab62-0235-4c90-847a-a2e6ff544f59" providerId="ADAL" clId="{5796DE68-BF77-4FBE-8FDA-0E9B91155E6F}" dt="2025-04-08T17:40:40.250" v="174" actId="478"/>
          <ac:spMkLst>
            <pc:docMk/>
            <pc:sldMk cId="2520724117" sldId="269"/>
            <ac:spMk id="2" creationId="{DDD3B4A9-56F3-73E5-659E-839197DDD1B4}"/>
          </ac:spMkLst>
        </pc:spChg>
        <pc:cxnChg chg="add mod">
          <ac:chgData name="Ana Svalina" userId="4993ab62-0235-4c90-847a-a2e6ff544f59" providerId="ADAL" clId="{5796DE68-BF77-4FBE-8FDA-0E9B91155E6F}" dt="2025-04-08T17:45:02.945" v="216"/>
          <ac:cxnSpMkLst>
            <pc:docMk/>
            <pc:sldMk cId="2520724117" sldId="269"/>
            <ac:cxnSpMk id="3" creationId="{32CE804C-7162-2DE8-AD24-B453257C66AC}"/>
          </ac:cxnSpMkLst>
        </pc:cxnChg>
        <pc:cxnChg chg="add mod">
          <ac:chgData name="Ana Svalina" userId="4993ab62-0235-4c90-847a-a2e6ff544f59" providerId="ADAL" clId="{5796DE68-BF77-4FBE-8FDA-0E9B91155E6F}" dt="2025-04-08T17:46:53.758" v="222" actId="1076"/>
          <ac:cxnSpMkLst>
            <pc:docMk/>
            <pc:sldMk cId="2520724117" sldId="269"/>
            <ac:cxnSpMk id="6" creationId="{40409068-45CE-160D-85B4-92DE64972416}"/>
          </ac:cxnSpMkLst>
        </pc:cxnChg>
      </pc:sldChg>
      <pc:sldChg chg="addSp delSp modSp add mod ord">
        <pc:chgData name="Ana Svalina" userId="4993ab62-0235-4c90-847a-a2e6ff544f59" providerId="ADAL" clId="{5796DE68-BF77-4FBE-8FDA-0E9B91155E6F}" dt="2025-04-09T10:57:51.229" v="987" actId="1076"/>
        <pc:sldMkLst>
          <pc:docMk/>
          <pc:sldMk cId="2083162493" sldId="270"/>
        </pc:sldMkLst>
        <pc:spChg chg="mod">
          <ac:chgData name="Ana Svalina" userId="4993ab62-0235-4c90-847a-a2e6ff544f59" providerId="ADAL" clId="{5796DE68-BF77-4FBE-8FDA-0E9B91155E6F}" dt="2025-04-09T10:47:17.464" v="928" actId="113"/>
          <ac:spMkLst>
            <pc:docMk/>
            <pc:sldMk cId="2083162493" sldId="270"/>
            <ac:spMk id="2" creationId="{175731AA-7850-4DB0-6F8D-D0F85B78A147}"/>
          </ac:spMkLst>
        </pc:spChg>
        <pc:spChg chg="mod">
          <ac:chgData name="Ana Svalina" userId="4993ab62-0235-4c90-847a-a2e6ff544f59" providerId="ADAL" clId="{5796DE68-BF77-4FBE-8FDA-0E9B91155E6F}" dt="2025-04-08T17:54:13.861" v="388" actId="14100"/>
          <ac:spMkLst>
            <pc:docMk/>
            <pc:sldMk cId="2083162493" sldId="270"/>
            <ac:spMk id="3" creationId="{9CC7661F-B768-F6C4-5880-7599BA0A2CCA}"/>
          </ac:spMkLst>
        </pc:spChg>
        <pc:spChg chg="del mod">
          <ac:chgData name="Ana Svalina" userId="4993ab62-0235-4c90-847a-a2e6ff544f59" providerId="ADAL" clId="{5796DE68-BF77-4FBE-8FDA-0E9B91155E6F}" dt="2025-04-09T10:30:53.869" v="805" actId="478"/>
          <ac:spMkLst>
            <pc:docMk/>
            <pc:sldMk cId="2083162493" sldId="270"/>
            <ac:spMk id="4" creationId="{EB453E2C-7A97-8CB9-5E26-1946DEBCB7C4}"/>
          </ac:spMkLst>
        </pc:spChg>
        <pc:spChg chg="add del mod">
          <ac:chgData name="Ana Svalina" userId="4993ab62-0235-4c90-847a-a2e6ff544f59" providerId="ADAL" clId="{5796DE68-BF77-4FBE-8FDA-0E9B91155E6F}" dt="2025-04-08T17:48:34.995" v="231" actId="478"/>
          <ac:spMkLst>
            <pc:docMk/>
            <pc:sldMk cId="2083162493" sldId="270"/>
            <ac:spMk id="5" creationId="{58407624-3E25-EE64-5864-6343D48AC492}"/>
          </ac:spMkLst>
        </pc:spChg>
        <pc:spChg chg="mod">
          <ac:chgData name="Ana Svalina" userId="4993ab62-0235-4c90-847a-a2e6ff544f59" providerId="ADAL" clId="{5796DE68-BF77-4FBE-8FDA-0E9B91155E6F}" dt="2025-04-08T17:47:54.638" v="228" actId="1076"/>
          <ac:spMkLst>
            <pc:docMk/>
            <pc:sldMk cId="2083162493" sldId="270"/>
            <ac:spMk id="6" creationId="{AD96BDC4-4178-7ABC-C2D4-7593E61388F8}"/>
          </ac:spMkLst>
        </pc:spChg>
        <pc:spChg chg="add mod">
          <ac:chgData name="Ana Svalina" userId="4993ab62-0235-4c90-847a-a2e6ff544f59" providerId="ADAL" clId="{5796DE68-BF77-4FBE-8FDA-0E9B91155E6F}" dt="2025-04-08T17:53:59.024" v="387" actId="1076"/>
          <ac:spMkLst>
            <pc:docMk/>
            <pc:sldMk cId="2083162493" sldId="270"/>
            <ac:spMk id="7" creationId="{8D137B9F-7080-CF93-2C5A-7E94B7D18F3F}"/>
          </ac:spMkLst>
        </pc:spChg>
        <pc:spChg chg="add del mod">
          <ac:chgData name="Ana Svalina" userId="4993ab62-0235-4c90-847a-a2e6ff544f59" providerId="ADAL" clId="{5796DE68-BF77-4FBE-8FDA-0E9B91155E6F}" dt="2025-04-08T17:50:54.528" v="332" actId="478"/>
          <ac:spMkLst>
            <pc:docMk/>
            <pc:sldMk cId="2083162493" sldId="270"/>
            <ac:spMk id="9" creationId="{2FD7BBF7-DF4A-8F1D-502A-D5A8B62F98CB}"/>
          </ac:spMkLst>
        </pc:spChg>
        <pc:spChg chg="del mod">
          <ac:chgData name="Ana Svalina" userId="4993ab62-0235-4c90-847a-a2e6ff544f59" providerId="ADAL" clId="{5796DE68-BF77-4FBE-8FDA-0E9B91155E6F}" dt="2025-04-09T10:30:12.608" v="800" actId="478"/>
          <ac:spMkLst>
            <pc:docMk/>
            <pc:sldMk cId="2083162493" sldId="270"/>
            <ac:spMk id="9" creationId="{8A76FAA5-2989-DF17-18EC-01BF93A3CC3B}"/>
          </ac:spMkLst>
        </pc:spChg>
        <pc:spChg chg="add del mod">
          <ac:chgData name="Ana Svalina" userId="4993ab62-0235-4c90-847a-a2e6ff544f59" providerId="ADAL" clId="{5796DE68-BF77-4FBE-8FDA-0E9B91155E6F}" dt="2025-04-08T17:51:33.280" v="337" actId="478"/>
          <ac:spMkLst>
            <pc:docMk/>
            <pc:sldMk cId="2083162493" sldId="270"/>
            <ac:spMk id="10" creationId="{82A0C004-FD75-4D40-0912-907CF7E828F8}"/>
          </ac:spMkLst>
        </pc:spChg>
        <pc:spChg chg="mod">
          <ac:chgData name="Ana Svalina" userId="4993ab62-0235-4c90-847a-a2e6ff544f59" providerId="ADAL" clId="{5796DE68-BF77-4FBE-8FDA-0E9B91155E6F}" dt="2025-04-09T10:57:51.229" v="987" actId="1076"/>
          <ac:spMkLst>
            <pc:docMk/>
            <pc:sldMk cId="2083162493" sldId="270"/>
            <ac:spMk id="11" creationId="{A7AA8BBB-FF54-BDB5-112A-9740C074842C}"/>
          </ac:spMkLst>
        </pc:spChg>
        <pc:graphicFrameChg chg="add del mod modGraphic">
          <ac:chgData name="Ana Svalina" userId="4993ab62-0235-4c90-847a-a2e6ff544f59" providerId="ADAL" clId="{5796DE68-BF77-4FBE-8FDA-0E9B91155E6F}" dt="2025-04-08T17:53:53.982" v="386" actId="478"/>
          <ac:graphicFrameMkLst>
            <pc:docMk/>
            <pc:sldMk cId="2083162493" sldId="270"/>
            <ac:graphicFrameMk id="11" creationId="{146BA7F9-68A7-59F0-8C84-AF56A8D8CA97}"/>
          </ac:graphicFrameMkLst>
        </pc:graphicFrameChg>
        <pc:picChg chg="del mod">
          <ac:chgData name="Ana Svalina" userId="4993ab62-0235-4c90-847a-a2e6ff544f59" providerId="ADAL" clId="{5796DE68-BF77-4FBE-8FDA-0E9B91155E6F}" dt="2025-04-08T17:54:28.135" v="390" actId="478"/>
          <ac:picMkLst>
            <pc:docMk/>
            <pc:sldMk cId="2083162493" sldId="270"/>
            <ac:picMk id="8" creationId="{04671501-2A5A-B587-9E89-8154070451C4}"/>
          </ac:picMkLst>
        </pc:picChg>
        <pc:picChg chg="mod">
          <ac:chgData name="Ana Svalina" userId="4993ab62-0235-4c90-847a-a2e6ff544f59" providerId="ADAL" clId="{5796DE68-BF77-4FBE-8FDA-0E9B91155E6F}" dt="2025-04-09T10:54:45.081" v="963" actId="1076"/>
          <ac:picMkLst>
            <pc:docMk/>
            <pc:sldMk cId="2083162493" sldId="270"/>
            <ac:picMk id="8" creationId="{0572C545-73CC-34AD-BA1C-82FF6E2873BF}"/>
          </ac:picMkLst>
        </pc:picChg>
      </pc:sldChg>
      <pc:sldChg chg="addSp delSp modSp new mod">
        <pc:chgData name="Ana Svalina" userId="4993ab62-0235-4c90-847a-a2e6ff544f59" providerId="ADAL" clId="{5796DE68-BF77-4FBE-8FDA-0E9B91155E6F}" dt="2025-04-09T10:59:37.202" v="1001" actId="14100"/>
        <pc:sldMkLst>
          <pc:docMk/>
          <pc:sldMk cId="2736563128" sldId="271"/>
        </pc:sldMkLst>
        <pc:spChg chg="mod">
          <ac:chgData name="Ana Svalina" userId="4993ab62-0235-4c90-847a-a2e6ff544f59" providerId="ADAL" clId="{5796DE68-BF77-4FBE-8FDA-0E9B91155E6F}" dt="2025-04-09T10:46:42.878" v="922" actId="113"/>
          <ac:spMkLst>
            <pc:docMk/>
            <pc:sldMk cId="2736563128" sldId="271"/>
            <ac:spMk id="2" creationId="{33108B23-9DD3-62A2-25E7-F91B21412133}"/>
          </ac:spMkLst>
        </pc:spChg>
        <pc:spChg chg="add mod">
          <ac:chgData name="Ana Svalina" userId="4993ab62-0235-4c90-847a-a2e6ff544f59" providerId="ADAL" clId="{5796DE68-BF77-4FBE-8FDA-0E9B91155E6F}" dt="2025-04-09T10:58:10.479" v="991" actId="1076"/>
          <ac:spMkLst>
            <pc:docMk/>
            <pc:sldMk cId="2736563128" sldId="271"/>
            <ac:spMk id="4" creationId="{1888202E-9768-AC57-A8CB-1CA351786149}"/>
          </ac:spMkLst>
        </pc:spChg>
        <pc:spChg chg="mod">
          <ac:chgData name="Ana Svalina" userId="4993ab62-0235-4c90-847a-a2e6ff544f59" providerId="ADAL" clId="{5796DE68-BF77-4FBE-8FDA-0E9B91155E6F}" dt="2025-04-09T10:35:22.488" v="825" actId="113"/>
          <ac:spMkLst>
            <pc:docMk/>
            <pc:sldMk cId="2736563128" sldId="271"/>
            <ac:spMk id="7" creationId="{830EC3AC-E94A-0417-68E8-B067D6E7099B}"/>
          </ac:spMkLst>
        </pc:spChg>
        <pc:spChg chg="mod">
          <ac:chgData name="Ana Svalina" userId="4993ab62-0235-4c90-847a-a2e6ff544f59" providerId="ADAL" clId="{5796DE68-BF77-4FBE-8FDA-0E9B91155E6F}" dt="2025-04-09T10:58:56.597" v="997" actId="1076"/>
          <ac:spMkLst>
            <pc:docMk/>
            <pc:sldMk cId="2736563128" sldId="271"/>
            <ac:spMk id="8" creationId="{0D2FB1B0-7062-2A28-36ED-2FC804A2CE91}"/>
          </ac:spMkLst>
        </pc:spChg>
        <pc:spChg chg="del mod">
          <ac:chgData name="Ana Svalina" userId="4993ab62-0235-4c90-847a-a2e6ff544f59" providerId="ADAL" clId="{5796DE68-BF77-4FBE-8FDA-0E9B91155E6F}" dt="2025-04-09T10:35:03.974" v="819" actId="478"/>
          <ac:spMkLst>
            <pc:docMk/>
            <pc:sldMk cId="2736563128" sldId="271"/>
            <ac:spMk id="13" creationId="{C70D2D3B-BCA5-84F0-A492-82F3F036F953}"/>
          </ac:spMkLst>
        </pc:spChg>
        <pc:spChg chg="mod">
          <ac:chgData name="Ana Svalina" userId="4993ab62-0235-4c90-847a-a2e6ff544f59" providerId="ADAL" clId="{5796DE68-BF77-4FBE-8FDA-0E9B91155E6F}" dt="2025-04-09T10:59:37.202" v="1001" actId="14100"/>
          <ac:spMkLst>
            <pc:docMk/>
            <pc:sldMk cId="2736563128" sldId="271"/>
            <ac:spMk id="15" creationId="{31FE2A00-3201-CB7A-ED36-6D21041B9EB5}"/>
          </ac:spMkLst>
        </pc:spChg>
        <pc:picChg chg="mod">
          <ac:chgData name="Ana Svalina" userId="4993ab62-0235-4c90-847a-a2e6ff544f59" providerId="ADAL" clId="{5796DE68-BF77-4FBE-8FDA-0E9B91155E6F}" dt="2025-04-09T10:59:24.780" v="999" actId="1076"/>
          <ac:picMkLst>
            <pc:docMk/>
            <pc:sldMk cId="2736563128" sldId="271"/>
            <ac:picMk id="9" creationId="{0A2E32D6-5A99-BB5B-381E-ED3801F7C619}"/>
          </ac:picMkLst>
        </pc:picChg>
        <pc:picChg chg="mod">
          <ac:chgData name="Ana Svalina" userId="4993ab62-0235-4c90-847a-a2e6ff544f59" providerId="ADAL" clId="{5796DE68-BF77-4FBE-8FDA-0E9B91155E6F}" dt="2025-04-09T10:58:33.912" v="995" actId="14100"/>
          <ac:picMkLst>
            <pc:docMk/>
            <pc:sldMk cId="2736563128" sldId="271"/>
            <ac:picMk id="11" creationId="{B3A34669-7640-7CAD-22F0-95987D7DA634}"/>
          </ac:picMkLst>
        </pc:picChg>
      </pc:sldChg>
      <pc:sldChg chg="addSp modSp new mod">
        <pc:chgData name="Ana Svalina" userId="4993ab62-0235-4c90-847a-a2e6ff544f59" providerId="ADAL" clId="{5796DE68-BF77-4FBE-8FDA-0E9B91155E6F}" dt="2025-04-09T13:19:16.873" v="1012" actId="1076"/>
        <pc:sldMkLst>
          <pc:docMk/>
          <pc:sldMk cId="2318970907" sldId="272"/>
        </pc:sldMkLst>
        <pc:spChg chg="mod">
          <ac:chgData name="Ana Svalina" userId="4993ab62-0235-4c90-847a-a2e6ff544f59" providerId="ADAL" clId="{5796DE68-BF77-4FBE-8FDA-0E9B91155E6F}" dt="2025-04-09T10:46:58.256" v="924" actId="113"/>
          <ac:spMkLst>
            <pc:docMk/>
            <pc:sldMk cId="2318970907" sldId="272"/>
            <ac:spMk id="2" creationId="{AE120198-2CBA-4605-024B-2F3CE906D17A}"/>
          </ac:spMkLst>
        </pc:spChg>
        <pc:spChg chg="mod">
          <ac:chgData name="Ana Svalina" userId="4993ab62-0235-4c90-847a-a2e6ff544f59" providerId="ADAL" clId="{5796DE68-BF77-4FBE-8FDA-0E9B91155E6F}" dt="2025-04-09T10:43:31" v="863" actId="21"/>
          <ac:spMkLst>
            <pc:docMk/>
            <pc:sldMk cId="2318970907" sldId="272"/>
            <ac:spMk id="3" creationId="{3C97D09D-0F5E-B5BA-D371-B7A4091D8C10}"/>
          </ac:spMkLst>
        </pc:spChg>
        <pc:spChg chg="mod">
          <ac:chgData name="Ana Svalina" userId="4993ab62-0235-4c90-847a-a2e6ff544f59" providerId="ADAL" clId="{5796DE68-BF77-4FBE-8FDA-0E9B91155E6F}" dt="2025-04-09T10:56:32.756" v="982" actId="1076"/>
          <ac:spMkLst>
            <pc:docMk/>
            <pc:sldMk cId="2318970907" sldId="272"/>
            <ac:spMk id="5" creationId="{8D9492C2-9413-67FB-99E4-A83A55A95747}"/>
          </ac:spMkLst>
        </pc:spChg>
        <pc:spChg chg="add mod">
          <ac:chgData name="Ana Svalina" userId="4993ab62-0235-4c90-847a-a2e6ff544f59" providerId="ADAL" clId="{5796DE68-BF77-4FBE-8FDA-0E9B91155E6F}" dt="2025-04-09T10:53:01.710" v="954" actId="20577"/>
          <ac:spMkLst>
            <pc:docMk/>
            <pc:sldMk cId="2318970907" sldId="272"/>
            <ac:spMk id="6" creationId="{1CDEEF20-06D7-EA64-87B5-1A8047849905}"/>
          </ac:spMkLst>
        </pc:spChg>
        <pc:spChg chg="add mod">
          <ac:chgData name="Ana Svalina" userId="4993ab62-0235-4c90-847a-a2e6ff544f59" providerId="ADAL" clId="{5796DE68-BF77-4FBE-8FDA-0E9B91155E6F}" dt="2025-04-09T13:19:16.873" v="1012" actId="1076"/>
          <ac:spMkLst>
            <pc:docMk/>
            <pc:sldMk cId="2318970907" sldId="272"/>
            <ac:spMk id="7" creationId="{D217BD87-D8D7-5F8F-6DCC-733DDE3514FB}"/>
          </ac:spMkLst>
        </pc:spChg>
      </pc:sldChg>
      <pc:sldChg chg="addSp delSp modSp add mod">
        <pc:chgData name="Ana Svalina" userId="4993ab62-0235-4c90-847a-a2e6ff544f59" providerId="ADAL" clId="{5796DE68-BF77-4FBE-8FDA-0E9B91155E6F}" dt="2025-04-09T12:16:57.213" v="1010" actId="1076"/>
        <pc:sldMkLst>
          <pc:docMk/>
          <pc:sldMk cId="570923688" sldId="273"/>
        </pc:sldMkLst>
        <pc:spChg chg="mod">
          <ac:chgData name="Ana Svalina" userId="4993ab62-0235-4c90-847a-a2e6ff544f59" providerId="ADAL" clId="{5796DE68-BF77-4FBE-8FDA-0E9B91155E6F}" dt="2025-04-09T10:47:06.861" v="926" actId="113"/>
          <ac:spMkLst>
            <pc:docMk/>
            <pc:sldMk cId="570923688" sldId="273"/>
            <ac:spMk id="2" creationId="{54A3F57B-1B68-8415-3C02-29A408255973}"/>
          </ac:spMkLst>
        </pc:spChg>
        <pc:spChg chg="add del mod">
          <ac:chgData name="Ana Svalina" userId="4993ab62-0235-4c90-847a-a2e6ff544f59" providerId="ADAL" clId="{5796DE68-BF77-4FBE-8FDA-0E9B91155E6F}" dt="2025-04-09T10:50:06.666" v="936" actId="478"/>
          <ac:spMkLst>
            <pc:docMk/>
            <pc:sldMk cId="570923688" sldId="273"/>
            <ac:spMk id="3" creationId="{178148EB-C0EB-7F20-9B8E-A8824D6AA439}"/>
          </ac:spMkLst>
        </pc:spChg>
        <pc:spChg chg="add mod">
          <ac:chgData name="Ana Svalina" userId="4993ab62-0235-4c90-847a-a2e6ff544f59" providerId="ADAL" clId="{5796DE68-BF77-4FBE-8FDA-0E9B91155E6F}" dt="2025-04-09T12:16:52.512" v="1009" actId="14100"/>
          <ac:spMkLst>
            <pc:docMk/>
            <pc:sldMk cId="570923688" sldId="273"/>
            <ac:spMk id="5" creationId="{29CF5F21-FA2F-A26E-9BFE-49DF9DD0832E}"/>
          </ac:spMkLst>
        </pc:spChg>
        <pc:spChg chg="add del mod">
          <ac:chgData name="Ana Svalina" userId="4993ab62-0235-4c90-847a-a2e6ff544f59" providerId="ADAL" clId="{5796DE68-BF77-4FBE-8FDA-0E9B91155E6F}" dt="2025-04-09T08:39:14.483" v="547" actId="478"/>
          <ac:spMkLst>
            <pc:docMk/>
            <pc:sldMk cId="570923688" sldId="273"/>
            <ac:spMk id="6" creationId="{29756490-33AE-A46B-95B8-AFCE2D390801}"/>
          </ac:spMkLst>
        </pc:spChg>
        <pc:spChg chg="add del mod">
          <ac:chgData name="Ana Svalina" userId="4993ab62-0235-4c90-847a-a2e6ff544f59" providerId="ADAL" clId="{5796DE68-BF77-4FBE-8FDA-0E9B91155E6F}" dt="2025-04-09T08:40:13.580" v="553" actId="478"/>
          <ac:spMkLst>
            <pc:docMk/>
            <pc:sldMk cId="570923688" sldId="273"/>
            <ac:spMk id="7" creationId="{A4F3F5FF-730D-AC26-56A8-DF97A43A41E0}"/>
          </ac:spMkLst>
        </pc:spChg>
        <pc:spChg chg="add del mod">
          <ac:chgData name="Ana Svalina" userId="4993ab62-0235-4c90-847a-a2e6ff544f59" providerId="ADAL" clId="{5796DE68-BF77-4FBE-8FDA-0E9B91155E6F}" dt="2025-04-09T12:16:57.213" v="1010" actId="1076"/>
          <ac:spMkLst>
            <pc:docMk/>
            <pc:sldMk cId="570923688" sldId="273"/>
            <ac:spMk id="8" creationId="{23C3DA39-0158-AF49-EB81-A73E5BDFE726}"/>
          </ac:spMkLst>
        </pc:spChg>
        <pc:spChg chg="add mod">
          <ac:chgData name="Ana Svalina" userId="4993ab62-0235-4c90-847a-a2e6ff544f59" providerId="ADAL" clId="{5796DE68-BF77-4FBE-8FDA-0E9B91155E6F}" dt="2025-04-09T10:56:43.908" v="984" actId="1076"/>
          <ac:spMkLst>
            <pc:docMk/>
            <pc:sldMk cId="570923688" sldId="273"/>
            <ac:spMk id="9" creationId="{01600C12-51D3-10A5-0D5D-D7596B91A57C}"/>
          </ac:spMkLst>
        </pc:spChg>
        <pc:graphicFrameChg chg="add del mod modGraphic">
          <ac:chgData name="Ana Svalina" userId="4993ab62-0235-4c90-847a-a2e6ff544f59" providerId="ADAL" clId="{5796DE68-BF77-4FBE-8FDA-0E9B91155E6F}" dt="2025-04-09T08:37:50.928" v="541" actId="478"/>
          <ac:graphicFrameMkLst>
            <pc:docMk/>
            <pc:sldMk cId="570923688" sldId="273"/>
            <ac:graphicFrameMk id="4" creationId="{388EF94A-1388-86A1-8188-ABEE17D383DD}"/>
          </ac:graphicFrameMkLst>
        </pc:graphicFrameChg>
        <pc:graphicFrameChg chg="add mod">
          <ac:chgData name="Ana Svalina" userId="4993ab62-0235-4c90-847a-a2e6ff544f59" providerId="ADAL" clId="{5796DE68-BF77-4FBE-8FDA-0E9B91155E6F}" dt="2025-04-09T07:28:33.421" v="470" actId="12084"/>
          <ac:graphicFrameMkLst>
            <pc:docMk/>
            <pc:sldMk cId="570923688" sldId="273"/>
            <ac:graphicFrameMk id="4" creationId="{68A2E355-F4CB-8689-8EE6-ADC5272026C5}"/>
          </ac:graphicFrameMkLst>
        </pc:graphicFrameChg>
        <pc:picChg chg="add mod">
          <ac:chgData name="Ana Svalina" userId="4993ab62-0235-4c90-847a-a2e6ff544f59" providerId="ADAL" clId="{5796DE68-BF77-4FBE-8FDA-0E9B91155E6F}" dt="2025-04-09T10:50:46.393" v="948" actId="1076"/>
          <ac:picMkLst>
            <pc:docMk/>
            <pc:sldMk cId="570923688" sldId="273"/>
            <ac:picMk id="1026" creationId="{EBC64A6C-D980-29C0-13F1-5C32B25F5D36}"/>
          </ac:picMkLst>
        </pc:picChg>
        <pc:picChg chg="add del mod">
          <ac:chgData name="Ana Svalina" userId="4993ab62-0235-4c90-847a-a2e6ff544f59" providerId="ADAL" clId="{5796DE68-BF77-4FBE-8FDA-0E9B91155E6F}" dt="2025-04-09T08:47:38.517" v="649" actId="478"/>
          <ac:picMkLst>
            <pc:docMk/>
            <pc:sldMk cId="570923688" sldId="273"/>
            <ac:picMk id="1028" creationId="{166D6744-9D49-7B85-54E6-5F6FC9E80D2D}"/>
          </ac:picMkLst>
        </pc:picChg>
        <pc:picChg chg="add mod">
          <ac:chgData name="Ana Svalina" userId="4993ab62-0235-4c90-847a-a2e6ff544f59" providerId="ADAL" clId="{5796DE68-BF77-4FBE-8FDA-0E9B91155E6F}" dt="2025-04-09T10:50:54.300" v="949" actId="1076"/>
          <ac:picMkLst>
            <pc:docMk/>
            <pc:sldMk cId="570923688" sldId="273"/>
            <ac:picMk id="1030" creationId="{BAFE8680-1A72-870A-DB4F-10D7FB06496D}"/>
          </ac:picMkLst>
        </pc:picChg>
      </pc:sldChg>
    </pc:docChg>
  </pc:docChgLst>
  <pc:docChgLst>
    <pc:chgData name="flo hansen" userId="S::flo.hansen@unibas.onmicrosoft.com::ad8a77c2-1046-47a3-aeef-1d4cf59660b4" providerId="AD" clId="Web-{28CAC147-C00A-579A-78EE-BBDA96BD3935}"/>
    <pc:docChg chg="modSld">
      <pc:chgData name="flo hansen" userId="S::flo.hansen@unibas.onmicrosoft.com::ad8a77c2-1046-47a3-aeef-1d4cf59660b4" providerId="AD" clId="Web-{28CAC147-C00A-579A-78EE-BBDA96BD3935}" dt="2025-04-09T10:34:32.909" v="14" actId="20577"/>
      <pc:docMkLst>
        <pc:docMk/>
      </pc:docMkLst>
      <pc:sldChg chg="modSp">
        <pc:chgData name="flo hansen" userId="S::flo.hansen@unibas.onmicrosoft.com::ad8a77c2-1046-47a3-aeef-1d4cf59660b4" providerId="AD" clId="Web-{28CAC147-C00A-579A-78EE-BBDA96BD3935}" dt="2025-04-09T10:34:32.909" v="14" actId="20577"/>
        <pc:sldMkLst>
          <pc:docMk/>
          <pc:sldMk cId="3719127051" sldId="259"/>
        </pc:sldMkLst>
        <pc:spChg chg="mod">
          <ac:chgData name="flo hansen" userId="S::flo.hansen@unibas.onmicrosoft.com::ad8a77c2-1046-47a3-aeef-1d4cf59660b4" providerId="AD" clId="Web-{28CAC147-C00A-579A-78EE-BBDA96BD3935}" dt="2025-04-09T10:34:32.909" v="14" actId="20577"/>
          <ac:spMkLst>
            <pc:docMk/>
            <pc:sldMk cId="3719127051" sldId="259"/>
            <ac:spMk id="2" creationId="{7990CA53-BB02-9E19-9671-804AA202785E}"/>
          </ac:spMkLst>
        </pc:spChg>
      </pc:sldChg>
      <pc:sldChg chg="modSp">
        <pc:chgData name="flo hansen" userId="S::flo.hansen@unibas.onmicrosoft.com::ad8a77c2-1046-47a3-aeef-1d4cf59660b4" providerId="AD" clId="Web-{28CAC147-C00A-579A-78EE-BBDA96BD3935}" dt="2025-04-09T10:33:29.392" v="13"/>
        <pc:sldMkLst>
          <pc:docMk/>
          <pc:sldMk cId="3506951388" sldId="267"/>
        </pc:sldMkLst>
        <pc:spChg chg="mod">
          <ac:chgData name="flo hansen" userId="S::flo.hansen@unibas.onmicrosoft.com::ad8a77c2-1046-47a3-aeef-1d4cf59660b4" providerId="AD" clId="Web-{28CAC147-C00A-579A-78EE-BBDA96BD3935}" dt="2025-04-09T10:33:29.392" v="13"/>
          <ac:spMkLst>
            <pc:docMk/>
            <pc:sldMk cId="3506951388" sldId="267"/>
            <ac:spMk id="2" creationId="{CB9D84FF-5F10-172B-4975-FD6452F479E3}"/>
          </ac:spMkLst>
        </pc:spChg>
        <pc:spChg chg="mod">
          <ac:chgData name="flo hansen" userId="S::flo.hansen@unibas.onmicrosoft.com::ad8a77c2-1046-47a3-aeef-1d4cf59660b4" providerId="AD" clId="Web-{28CAC147-C00A-579A-78EE-BBDA96BD3935}" dt="2025-04-09T10:33:18.251" v="10" actId="20577"/>
          <ac:spMkLst>
            <pc:docMk/>
            <pc:sldMk cId="3506951388" sldId="267"/>
            <ac:spMk id="6" creationId="{7339A82A-36AB-83B4-8839-F55411F3BB0B}"/>
          </ac:spMkLst>
        </pc:spChg>
      </pc:sldChg>
      <pc:sldChg chg="modSp">
        <pc:chgData name="flo hansen" userId="S::flo.hansen@unibas.onmicrosoft.com::ad8a77c2-1046-47a3-aeef-1d4cf59660b4" providerId="AD" clId="Web-{28CAC147-C00A-579A-78EE-BBDA96BD3935}" dt="2025-04-09T10:11:27.161" v="8"/>
        <pc:sldMkLst>
          <pc:docMk/>
          <pc:sldMk cId="2736563128" sldId="271"/>
        </pc:sldMkLst>
        <pc:spChg chg="mod">
          <ac:chgData name="flo hansen" userId="S::flo.hansen@unibas.onmicrosoft.com::ad8a77c2-1046-47a3-aeef-1d4cf59660b4" providerId="AD" clId="Web-{28CAC147-C00A-579A-78EE-BBDA96BD3935}" dt="2025-04-09T10:11:27.161" v="8"/>
          <ac:spMkLst>
            <pc:docMk/>
            <pc:sldMk cId="2736563128" sldId="271"/>
            <ac:spMk id="4" creationId="{1888202E-9768-AC57-A8CB-1CA351786149}"/>
          </ac:spMkLst>
        </pc:spChg>
      </pc:sldChg>
    </pc:docChg>
  </pc:docChgLst>
  <pc:docChgLst>
    <pc:chgData name="flo hansen" userId="S::flo.hansen@unibas.onmicrosoft.com::ad8a77c2-1046-47a3-aeef-1d4cf59660b4" providerId="AD" clId="Web-{7E9DC49F-B00B-BF9F-6C86-FC637FF679AF}"/>
    <pc:docChg chg="modSld">
      <pc:chgData name="flo hansen" userId="S::flo.hansen@unibas.onmicrosoft.com::ad8a77c2-1046-47a3-aeef-1d4cf59660b4" providerId="AD" clId="Web-{7E9DC49F-B00B-BF9F-6C86-FC637FF679AF}" dt="2025-04-09T08:47:16.471" v="175"/>
      <pc:docMkLst>
        <pc:docMk/>
      </pc:docMkLst>
      <pc:sldChg chg="modSp">
        <pc:chgData name="flo hansen" userId="S::flo.hansen@unibas.onmicrosoft.com::ad8a77c2-1046-47a3-aeef-1d4cf59660b4" providerId="AD" clId="Web-{7E9DC49F-B00B-BF9F-6C86-FC637FF679AF}" dt="2025-04-09T08:15:33.511" v="7" actId="20577"/>
        <pc:sldMkLst>
          <pc:docMk/>
          <pc:sldMk cId="2520724117" sldId="269"/>
        </pc:sldMkLst>
        <pc:spChg chg="mod">
          <ac:chgData name="flo hansen" userId="S::flo.hansen@unibas.onmicrosoft.com::ad8a77c2-1046-47a3-aeef-1d4cf59660b4" providerId="AD" clId="Web-{7E9DC49F-B00B-BF9F-6C86-FC637FF679AF}" dt="2025-04-09T08:15:33.511" v="7" actId="20577"/>
          <ac:spMkLst>
            <pc:docMk/>
            <pc:sldMk cId="2520724117" sldId="269"/>
            <ac:spMk id="4" creationId="{3F578179-D54A-D160-E9F9-5D3789600B81}"/>
          </ac:spMkLst>
        </pc:spChg>
      </pc:sldChg>
      <pc:sldChg chg="addSp delSp modSp">
        <pc:chgData name="flo hansen" userId="S::flo.hansen@unibas.onmicrosoft.com::ad8a77c2-1046-47a3-aeef-1d4cf59660b4" providerId="AD" clId="Web-{7E9DC49F-B00B-BF9F-6C86-FC637FF679AF}" dt="2025-04-09T08:45:19.464" v="171"/>
        <pc:sldMkLst>
          <pc:docMk/>
          <pc:sldMk cId="2083162493" sldId="270"/>
        </pc:sldMkLst>
        <pc:picChg chg="add del mod">
          <ac:chgData name="flo hansen" userId="S::flo.hansen@unibas.onmicrosoft.com::ad8a77c2-1046-47a3-aeef-1d4cf59660b4" providerId="AD" clId="Web-{7E9DC49F-B00B-BF9F-6C86-FC637FF679AF}" dt="2025-04-09T08:45:19.464" v="171"/>
          <ac:picMkLst>
            <pc:docMk/>
            <pc:sldMk cId="2083162493" sldId="270"/>
            <ac:picMk id="5" creationId="{81171474-8AA8-BE16-86A2-5ADB03177F2D}"/>
          </ac:picMkLst>
        </pc:picChg>
      </pc:sldChg>
      <pc:sldChg chg="addSp delSp modSp">
        <pc:chgData name="flo hansen" userId="S::flo.hansen@unibas.onmicrosoft.com::ad8a77c2-1046-47a3-aeef-1d4cf59660b4" providerId="AD" clId="Web-{7E9DC49F-B00B-BF9F-6C86-FC637FF679AF}" dt="2025-04-09T08:47:16.471" v="175"/>
        <pc:sldMkLst>
          <pc:docMk/>
          <pc:sldMk cId="2736563128" sldId="271"/>
        </pc:sldMkLst>
        <pc:spChg chg="mod">
          <ac:chgData name="flo hansen" userId="S::flo.hansen@unibas.onmicrosoft.com::ad8a77c2-1046-47a3-aeef-1d4cf59660b4" providerId="AD" clId="Web-{7E9DC49F-B00B-BF9F-6C86-FC637FF679AF}" dt="2025-04-09T08:21:58.754" v="14" actId="20577"/>
          <ac:spMkLst>
            <pc:docMk/>
            <pc:sldMk cId="2736563128" sldId="271"/>
            <ac:spMk id="2" creationId="{33108B23-9DD3-62A2-25E7-F91B21412133}"/>
          </ac:spMkLst>
        </pc:spChg>
        <pc:spChg chg="del">
          <ac:chgData name="flo hansen" userId="S::flo.hansen@unibas.onmicrosoft.com::ad8a77c2-1046-47a3-aeef-1d4cf59660b4" providerId="AD" clId="Web-{7E9DC49F-B00B-BF9F-6C86-FC637FF679AF}" dt="2025-04-09T08:21:15.923" v="11"/>
          <ac:spMkLst>
            <pc:docMk/>
            <pc:sldMk cId="2736563128" sldId="271"/>
            <ac:spMk id="3" creationId="{227E9F0C-AC49-970C-686A-3007FF2D47D2}"/>
          </ac:spMkLst>
        </pc:spChg>
        <pc:spChg chg="mod">
          <ac:chgData name="flo hansen" userId="S::flo.hansen@unibas.onmicrosoft.com::ad8a77c2-1046-47a3-aeef-1d4cf59660b4" providerId="AD" clId="Web-{7E9DC49F-B00B-BF9F-6C86-FC637FF679AF}" dt="2025-04-09T08:47:16.471" v="175"/>
          <ac:spMkLst>
            <pc:docMk/>
            <pc:sldMk cId="2736563128" sldId="271"/>
            <ac:spMk id="4" creationId="{1888202E-9768-AC57-A8CB-1CA351786149}"/>
          </ac:spMkLst>
        </pc:spChg>
        <pc:spChg chg="add del">
          <ac:chgData name="flo hansen" userId="S::flo.hansen@unibas.onmicrosoft.com::ad8a77c2-1046-47a3-aeef-1d4cf59660b4" providerId="AD" clId="Web-{7E9DC49F-B00B-BF9F-6C86-FC637FF679AF}" dt="2025-04-09T08:22:09.864" v="17"/>
          <ac:spMkLst>
            <pc:docMk/>
            <pc:sldMk cId="2736563128" sldId="271"/>
            <ac:spMk id="6" creationId="{4D520971-B30F-D02B-4B73-629DD10D8764}"/>
          </ac:spMkLst>
        </pc:spChg>
        <pc:spChg chg="add mod">
          <ac:chgData name="flo hansen" userId="S::flo.hansen@unibas.onmicrosoft.com::ad8a77c2-1046-47a3-aeef-1d4cf59660b4" providerId="AD" clId="Web-{7E9DC49F-B00B-BF9F-6C86-FC637FF679AF}" dt="2025-04-09T08:29:10.546" v="71" actId="1076"/>
          <ac:spMkLst>
            <pc:docMk/>
            <pc:sldMk cId="2736563128" sldId="271"/>
            <ac:spMk id="7" creationId="{830EC3AC-E94A-0417-68E8-B067D6E7099B}"/>
          </ac:spMkLst>
        </pc:spChg>
        <pc:spChg chg="add mod">
          <ac:chgData name="flo hansen" userId="S::flo.hansen@unibas.onmicrosoft.com::ad8a77c2-1046-47a3-aeef-1d4cf59660b4" providerId="AD" clId="Web-{7E9DC49F-B00B-BF9F-6C86-FC637FF679AF}" dt="2025-04-09T08:30:49.286" v="81" actId="1076"/>
          <ac:spMkLst>
            <pc:docMk/>
            <pc:sldMk cId="2736563128" sldId="271"/>
            <ac:spMk id="8" creationId="{0D2FB1B0-7062-2A28-36ED-2FC804A2CE91}"/>
          </ac:spMkLst>
        </pc:spChg>
        <pc:spChg chg="add mod">
          <ac:chgData name="flo hansen" userId="S::flo.hansen@unibas.onmicrosoft.com::ad8a77c2-1046-47a3-aeef-1d4cf59660b4" providerId="AD" clId="Web-{7E9DC49F-B00B-BF9F-6C86-FC637FF679AF}" dt="2025-04-09T08:44:41.962" v="169"/>
          <ac:spMkLst>
            <pc:docMk/>
            <pc:sldMk cId="2736563128" sldId="271"/>
            <ac:spMk id="13" creationId="{C70D2D3B-BCA5-84F0-A492-82F3F036F953}"/>
          </ac:spMkLst>
        </pc:spChg>
        <pc:spChg chg="add mod">
          <ac:chgData name="flo hansen" userId="S::flo.hansen@unibas.onmicrosoft.com::ad8a77c2-1046-47a3-aeef-1d4cf59660b4" providerId="AD" clId="Web-{7E9DC49F-B00B-BF9F-6C86-FC637FF679AF}" dt="2025-04-09T08:46:27.343" v="172" actId="1076"/>
          <ac:spMkLst>
            <pc:docMk/>
            <pc:sldMk cId="2736563128" sldId="271"/>
            <ac:spMk id="15" creationId="{31FE2A00-3201-CB7A-ED36-6D21041B9EB5}"/>
          </ac:spMkLst>
        </pc:spChg>
        <pc:picChg chg="add del mod ord modCrop">
          <ac:chgData name="flo hansen" userId="S::flo.hansen@unibas.onmicrosoft.com::ad8a77c2-1046-47a3-aeef-1d4cf59660b4" providerId="AD" clId="Web-{7E9DC49F-B00B-BF9F-6C86-FC637FF679AF}" dt="2025-04-09T08:39:10.270" v="108"/>
          <ac:picMkLst>
            <pc:docMk/>
            <pc:sldMk cId="2736563128" sldId="271"/>
            <ac:picMk id="5" creationId="{E03D5F16-706F-67A0-84B3-84416AE1D968}"/>
          </ac:picMkLst>
        </pc:picChg>
        <pc:picChg chg="add mod modCrop">
          <ac:chgData name="flo hansen" userId="S::flo.hansen@unibas.onmicrosoft.com::ad8a77c2-1046-47a3-aeef-1d4cf59660b4" providerId="AD" clId="Web-{7E9DC49F-B00B-BF9F-6C86-FC637FF679AF}" dt="2025-04-09T08:30:31.801" v="79" actId="1076"/>
          <ac:picMkLst>
            <pc:docMk/>
            <pc:sldMk cId="2736563128" sldId="271"/>
            <ac:picMk id="9" creationId="{0A2E32D6-5A99-BB5B-381E-ED3801F7C619}"/>
          </ac:picMkLst>
        </pc:picChg>
        <pc:picChg chg="add del mod modCrop">
          <ac:chgData name="flo hansen" userId="S::flo.hansen@unibas.onmicrosoft.com::ad8a77c2-1046-47a3-aeef-1d4cf59660b4" providerId="AD" clId="Web-{7E9DC49F-B00B-BF9F-6C86-FC637FF679AF}" dt="2025-04-09T08:36:45.917" v="96"/>
          <ac:picMkLst>
            <pc:docMk/>
            <pc:sldMk cId="2736563128" sldId="271"/>
            <ac:picMk id="10" creationId="{35D1CE1A-25CB-F615-91F1-AAAB85A831BC}"/>
          </ac:picMkLst>
        </pc:picChg>
        <pc:picChg chg="add mod modCrop">
          <ac:chgData name="flo hansen" userId="S::flo.hansen@unibas.onmicrosoft.com::ad8a77c2-1046-47a3-aeef-1d4cf59660b4" providerId="AD" clId="Web-{7E9DC49F-B00B-BF9F-6C86-FC637FF679AF}" dt="2025-04-09T08:39:05.098" v="107" actId="1076"/>
          <ac:picMkLst>
            <pc:docMk/>
            <pc:sldMk cId="2736563128" sldId="271"/>
            <ac:picMk id="11" creationId="{B3A34669-7640-7CAD-22F0-95987D7DA634}"/>
          </ac:picMkLst>
        </pc:picChg>
      </pc:sldChg>
    </pc:docChg>
  </pc:docChgLst>
  <pc:docChgLst>
    <pc:chgData name="Jana Egli" userId="d206f5cf-0f25-445f-b304-525ed604e9bb" providerId="ADAL" clId="{846D9470-C45C-4E82-A4ED-C7DF43C796CA}"/>
    <pc:docChg chg="undo custSel modSld">
      <pc:chgData name="Jana Egli" userId="d206f5cf-0f25-445f-b304-525ed604e9bb" providerId="ADAL" clId="{846D9470-C45C-4E82-A4ED-C7DF43C796CA}" dt="2025-04-09T13:19:01.485" v="445" actId="14100"/>
      <pc:docMkLst>
        <pc:docMk/>
      </pc:docMkLst>
      <pc:sldChg chg="modSp mod">
        <pc:chgData name="Jana Egli" userId="d206f5cf-0f25-445f-b304-525ed604e9bb" providerId="ADAL" clId="{846D9470-C45C-4E82-A4ED-C7DF43C796CA}" dt="2025-04-09T13:15:10.014" v="443" actId="20577"/>
        <pc:sldMkLst>
          <pc:docMk/>
          <pc:sldMk cId="3719127051" sldId="259"/>
        </pc:sldMkLst>
        <pc:spChg chg="mod">
          <ac:chgData name="Jana Egli" userId="d206f5cf-0f25-445f-b304-525ed604e9bb" providerId="ADAL" clId="{846D9470-C45C-4E82-A4ED-C7DF43C796CA}" dt="2025-04-09T10:10:54.192" v="425" actId="207"/>
          <ac:spMkLst>
            <pc:docMk/>
            <pc:sldMk cId="3719127051" sldId="259"/>
            <ac:spMk id="2" creationId="{7990CA53-BB02-9E19-9671-804AA202785E}"/>
          </ac:spMkLst>
        </pc:spChg>
        <pc:spChg chg="mod">
          <ac:chgData name="Jana Egli" userId="d206f5cf-0f25-445f-b304-525ed604e9bb" providerId="ADAL" clId="{846D9470-C45C-4E82-A4ED-C7DF43C796CA}" dt="2025-04-09T13:15:10.014" v="443" actId="20577"/>
          <ac:spMkLst>
            <pc:docMk/>
            <pc:sldMk cId="3719127051" sldId="259"/>
            <ac:spMk id="4" creationId="{EA0EF47A-DFCB-9E19-03DB-3749AC3800AA}"/>
          </ac:spMkLst>
        </pc:spChg>
      </pc:sldChg>
      <pc:sldChg chg="addSp modSp mod">
        <pc:chgData name="Jana Egli" userId="d206f5cf-0f25-445f-b304-525ed604e9bb" providerId="ADAL" clId="{846D9470-C45C-4E82-A4ED-C7DF43C796CA}" dt="2025-04-08T22:13:10.787" v="394" actId="20577"/>
        <pc:sldMkLst>
          <pc:docMk/>
          <pc:sldMk cId="1749491750" sldId="266"/>
        </pc:sldMkLst>
        <pc:spChg chg="add mod">
          <ac:chgData name="Jana Egli" userId="d206f5cf-0f25-445f-b304-525ed604e9bb" providerId="ADAL" clId="{846D9470-C45C-4E82-A4ED-C7DF43C796CA}" dt="2025-04-08T22:00:48.830" v="34" actId="115"/>
          <ac:spMkLst>
            <pc:docMk/>
            <pc:sldMk cId="1749491750" sldId="266"/>
            <ac:spMk id="6" creationId="{D5D6FD87-71F5-616F-8307-B972A7CC74EF}"/>
          </ac:spMkLst>
        </pc:spChg>
        <pc:spChg chg="add mod">
          <ac:chgData name="Jana Egli" userId="d206f5cf-0f25-445f-b304-525ed604e9bb" providerId="ADAL" clId="{846D9470-C45C-4E82-A4ED-C7DF43C796CA}" dt="2025-04-08T22:13:10.787" v="394" actId="20577"/>
          <ac:spMkLst>
            <pc:docMk/>
            <pc:sldMk cId="1749491750" sldId="266"/>
            <ac:spMk id="7" creationId="{EC075009-2AB1-5146-2C5B-C9DE9F8FA78B}"/>
          </ac:spMkLst>
        </pc:spChg>
        <pc:picChg chg="mod">
          <ac:chgData name="Jana Egli" userId="d206f5cf-0f25-445f-b304-525ed604e9bb" providerId="ADAL" clId="{846D9470-C45C-4E82-A4ED-C7DF43C796CA}" dt="2025-04-08T22:00:37.732" v="30" actId="1076"/>
          <ac:picMkLst>
            <pc:docMk/>
            <pc:sldMk cId="1749491750" sldId="266"/>
            <ac:picMk id="4" creationId="{A6F9AC0D-17E0-CF83-242F-500E0DC724C6}"/>
          </ac:picMkLst>
        </pc:picChg>
      </pc:sldChg>
      <pc:sldChg chg="modSp mod">
        <pc:chgData name="Jana Egli" userId="d206f5cf-0f25-445f-b304-525ed604e9bb" providerId="ADAL" clId="{846D9470-C45C-4E82-A4ED-C7DF43C796CA}" dt="2025-04-09T10:14:51.148" v="428" actId="207"/>
        <pc:sldMkLst>
          <pc:docMk/>
          <pc:sldMk cId="3506951388" sldId="267"/>
        </pc:sldMkLst>
        <pc:spChg chg="mod">
          <ac:chgData name="Jana Egli" userId="d206f5cf-0f25-445f-b304-525ed604e9bb" providerId="ADAL" clId="{846D9470-C45C-4E82-A4ED-C7DF43C796CA}" dt="2025-04-09T10:14:51.148" v="428" actId="207"/>
          <ac:spMkLst>
            <pc:docMk/>
            <pc:sldMk cId="3506951388" sldId="267"/>
            <ac:spMk id="6" creationId="{7339A82A-36AB-83B4-8839-F55411F3BB0B}"/>
          </ac:spMkLst>
        </pc:spChg>
      </pc:sldChg>
      <pc:sldChg chg="modSp mod">
        <pc:chgData name="Jana Egli" userId="d206f5cf-0f25-445f-b304-525ed604e9bb" providerId="ADAL" clId="{846D9470-C45C-4E82-A4ED-C7DF43C796CA}" dt="2025-04-09T10:14:36.410" v="427" actId="207"/>
        <pc:sldMkLst>
          <pc:docMk/>
          <pc:sldMk cId="4003264796" sldId="268"/>
        </pc:sldMkLst>
        <pc:spChg chg="mod">
          <ac:chgData name="Jana Egli" userId="d206f5cf-0f25-445f-b304-525ed604e9bb" providerId="ADAL" clId="{846D9470-C45C-4E82-A4ED-C7DF43C796CA}" dt="2025-04-09T10:14:36.410" v="427" actId="207"/>
          <ac:spMkLst>
            <pc:docMk/>
            <pc:sldMk cId="4003264796" sldId="268"/>
            <ac:spMk id="6" creationId="{9C4D912D-482F-4568-F057-84212A020E19}"/>
          </ac:spMkLst>
        </pc:spChg>
      </pc:sldChg>
      <pc:sldChg chg="addSp delSp modSp mod">
        <pc:chgData name="Jana Egli" userId="d206f5cf-0f25-445f-b304-525ed604e9bb" providerId="ADAL" clId="{846D9470-C45C-4E82-A4ED-C7DF43C796CA}" dt="2025-04-09T13:19:01.485" v="445" actId="14100"/>
        <pc:sldMkLst>
          <pc:docMk/>
          <pc:sldMk cId="2318970907" sldId="272"/>
        </pc:sldMkLst>
        <pc:spChg chg="mod">
          <ac:chgData name="Jana Egli" userId="d206f5cf-0f25-445f-b304-525ed604e9bb" providerId="ADAL" clId="{846D9470-C45C-4E82-A4ED-C7DF43C796CA}" dt="2025-04-08T22:10:45.338" v="266" actId="20577"/>
          <ac:spMkLst>
            <pc:docMk/>
            <pc:sldMk cId="2318970907" sldId="272"/>
            <ac:spMk id="3" creationId="{3C97D09D-0F5E-B5BA-D371-B7A4091D8C10}"/>
          </ac:spMkLst>
        </pc:spChg>
        <pc:spChg chg="add mod">
          <ac:chgData name="Jana Egli" userId="d206f5cf-0f25-445f-b304-525ed604e9bb" providerId="ADAL" clId="{846D9470-C45C-4E82-A4ED-C7DF43C796CA}" dt="2025-04-09T10:06:44.550" v="417" actId="14100"/>
          <ac:spMkLst>
            <pc:docMk/>
            <pc:sldMk cId="2318970907" sldId="272"/>
            <ac:spMk id="5" creationId="{8D9492C2-9413-67FB-99E4-A83A55A95747}"/>
          </ac:spMkLst>
        </pc:spChg>
        <pc:spChg chg="mod">
          <ac:chgData name="Jana Egli" userId="d206f5cf-0f25-445f-b304-525ed604e9bb" providerId="ADAL" clId="{846D9470-C45C-4E82-A4ED-C7DF43C796CA}" dt="2025-04-09T13:19:01.485" v="445" actId="14100"/>
          <ac:spMkLst>
            <pc:docMk/>
            <pc:sldMk cId="2318970907" sldId="272"/>
            <ac:spMk id="6" creationId="{1CDEEF20-06D7-EA64-87B5-1A8047849905}"/>
          </ac:spMkLst>
        </pc:spChg>
        <pc:picChg chg="add del mod">
          <ac:chgData name="Jana Egli" userId="d206f5cf-0f25-445f-b304-525ed604e9bb" providerId="ADAL" clId="{846D9470-C45C-4E82-A4ED-C7DF43C796CA}" dt="2025-04-09T10:04:31.323" v="399" actId="478"/>
          <ac:picMkLst>
            <pc:docMk/>
            <pc:sldMk cId="2318970907" sldId="272"/>
            <ac:picMk id="4" creationId="{7EC3479E-0C77-FB47-22EA-4C7FFC52DE26}"/>
          </ac:picMkLst>
        </pc:picChg>
      </pc:sldChg>
      <pc:sldChg chg="modSp mod">
        <pc:chgData name="Jana Egli" userId="d206f5cf-0f25-445f-b304-525ed604e9bb" providerId="ADAL" clId="{846D9470-C45C-4E82-A4ED-C7DF43C796CA}" dt="2025-04-09T13:14:18.530" v="441" actId="20577"/>
        <pc:sldMkLst>
          <pc:docMk/>
          <pc:sldMk cId="570923688" sldId="273"/>
        </pc:sldMkLst>
        <pc:spChg chg="mod">
          <ac:chgData name="Jana Egli" userId="d206f5cf-0f25-445f-b304-525ed604e9bb" providerId="ADAL" clId="{846D9470-C45C-4E82-A4ED-C7DF43C796CA}" dt="2025-04-09T13:14:18.530" v="441" actId="20577"/>
          <ac:spMkLst>
            <pc:docMk/>
            <pc:sldMk cId="570923688" sldId="273"/>
            <ac:spMk id="8" creationId="{23C3DA39-0158-AF49-EB81-A73E5BDFE726}"/>
          </ac:spMkLst>
        </pc:spChg>
        <pc:spChg chg="mod">
          <ac:chgData name="Jana Egli" userId="d206f5cf-0f25-445f-b304-525ed604e9bb" providerId="ADAL" clId="{846D9470-C45C-4E82-A4ED-C7DF43C796CA}" dt="2025-04-09T10:12:58.642" v="426" actId="207"/>
          <ac:spMkLst>
            <pc:docMk/>
            <pc:sldMk cId="570923688" sldId="273"/>
            <ac:spMk id="9" creationId="{01600C12-51D3-10A5-0D5D-D7596B91A5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988FF-617A-47F7-ABD7-E2F32CE1C4E3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B2380-2A29-4970-BD86-17888A494FCC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374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err="1"/>
              <a:t>scgöm</a:t>
            </a:r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B2380-2A29-4970-BD86-17888A494FC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38391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B2380-2A29-4970-BD86-17888A494FC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8055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7D0F1-405F-5D19-EF1F-2D5ACF283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4FE9B5-8F65-2FE9-1139-3B735E492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E8BA7-B51B-5AE2-BF8E-0BC99811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E12D88-C4AA-FBA8-1A7B-D9D3D0116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5C2878-7FFA-FF21-7434-2965B0F4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033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E15D00-E63C-3FFB-0517-2606DCF4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588AE7-B31C-A8B1-29E1-CC9D62D17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545851-A036-4371-C5F1-A1E95303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A31C07-6949-1AB0-E2AB-463183643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8B95FD-A8B0-8C33-6744-EFBFDF5F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761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1DA737-F866-A1DD-C95E-036E697C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65F152-4418-D154-DC57-1FEF68A4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E3C76A-01F1-A55E-29DF-ABB73A47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14A268-0EF9-0CD5-9796-6F7B104D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A6F3AE-3128-BC12-EF36-3D9D58078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5653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1B34E-D0AC-B20C-A348-9A894ECFC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BB57BE-C53B-442A-FA99-A297E5631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E8EBA1-0A2B-AA7B-ABA7-C42E6A7C7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8A0E48-0054-5DF3-1CED-48505ADE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5C7260-F6F8-292A-BF5F-11D73E30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A2B075-2877-B8EB-1294-D9549086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014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B7321B-7D06-68D6-4C89-D092EF64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DE931A7-1D79-B35B-0EBC-134F0C728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558223-A264-4CB5-37ED-C00F13078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CC2FAB-5ED5-2E12-8237-B970D681A3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5120504-14A2-4316-5067-C90884C5E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088AC77-CF5B-2C5F-3E61-BE2C9671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EB8CBD-3FD9-F431-1430-820DA826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EBF209-7917-C1B0-491C-F5E54B077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3836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7D4BF-3946-7287-5926-0323D5A6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554F75-6A03-0C16-3484-EA3D4148E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DFDBAA-4409-AA6F-EAC2-4EDE4B75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5025A5-BCE8-D9E0-1841-78BD2CDE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92768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1BA0D2-59F5-46FD-06A2-BAF22BC0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27F1EA-DCDA-99BA-787B-4E046FC3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CD872D-A446-E689-7236-5B0F7CCF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46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4FFE3-724D-AB2D-F7D0-F6615A37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DADA76-9088-5BCB-2766-0F4D39701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4204B1B-2073-F66C-BE3E-8F0B2167D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98E47B-565C-563F-2468-99FCFA75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923AF48-9601-EAC6-52DB-E87E0D97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F1CB4BF-09A1-FA0E-AD2B-C639015E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550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9C450-16E7-9565-736C-0858A8299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7CFE2F-528C-9CAB-0823-303A8FD06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0E101D-2CAF-3FC0-60D4-AE95021F4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2AC409-1F95-F746-EF39-EC1FFD8A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5B0D8D-4184-68C5-6688-CD1B38AC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A24D90-0AE8-CC7D-D335-3E50E79C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0028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5F4AC-3DCD-618A-DAA4-126F2E28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2BDF2E-C30C-C9CC-90F3-89218843E8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8A2FA2-9034-DA37-90B9-8790CDD4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F07624-C9E5-431E-A845-896AECEB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67240E-074C-ECA9-7AD5-79C00AE7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369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BD7E069-F612-EEB9-9372-D000FF188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40D316A-49E2-400F-DA33-F6822F77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D4DEFA-E87E-80EA-EE56-C935508F2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17D3D8-0CC9-4C0C-0CDB-3E8A201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C28B8B-F111-3AF5-DB2C-80AAA908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423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B7E0B4B-70DB-8EA2-8CD3-2A2AE1C6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5C2C7C-AB99-8DC3-913A-75DE7FE2C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A669C8-C22B-267C-C258-A81EE5017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637A4-0D4A-4D3C-8608-1A369F1C0902}" type="datetimeFigureOut">
              <a:rPr lang="de-CH" smtClean="0"/>
              <a:t>09.04.2025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A32D14-A386-A208-ACE1-05D89E103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A2052E-B2AE-D87A-12DA-36906B5B7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B5B67-C2C0-4FE4-AC4D-BF6C943CA374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1694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5E377-313E-E9F9-FF5C-E04052F0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A6535-C128-78BB-4C15-0D2E115D6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A4AFAA-DF60-EEF9-994B-44E80E812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A0EF47A-DFCB-9E19-03DB-3749AC38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07438"/>
            <a:ext cx="10070432" cy="2992414"/>
          </a:xfrm>
        </p:spPr>
        <p:txBody>
          <a:bodyPr>
            <a:normAutofit fontScale="90000"/>
          </a:bodyPr>
          <a:lstStyle/>
          <a:p>
            <a:pPr algn="ctr"/>
            <a:br>
              <a:rPr lang="de-CH"/>
            </a:br>
            <a:br>
              <a:rPr lang="de-CH"/>
            </a:br>
            <a:br>
              <a:rPr lang="de-CH"/>
            </a:br>
            <a:r>
              <a:rPr lang="de-CH" sz="3900" b="1">
                <a:solidFill>
                  <a:srgbClr val="474747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Ein strategisches Rennspiel mit Farben</a:t>
            </a:r>
            <a:br>
              <a:rPr lang="de-CH" sz="4400" b="1"/>
            </a:br>
            <a:endParaRPr lang="de-CH" b="1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D7ACC24-77C8-61DE-C0BC-4C2EAC9F4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807" y="4545932"/>
            <a:ext cx="9593179" cy="165664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Teamname: Color Racers</a:t>
            </a:r>
          </a:p>
          <a:p>
            <a:pPr marL="0" indent="0" algn="ctr">
              <a:buNone/>
            </a:pPr>
            <a:r>
              <a:rPr lang="de-CH" sz="1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Jana Egli, Julia Sauer, Flo Hansen, Ana </a:t>
            </a:r>
            <a:r>
              <a:rPr lang="de-CH" sz="18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Svalina</a:t>
            </a:r>
            <a:endParaRPr lang="de-CH" sz="1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2" name="Rechteck: diagonal liegende Ecken abgerundet 1">
            <a:extLst>
              <a:ext uri="{FF2B5EF4-FFF2-40B4-BE49-F238E27FC236}">
                <a16:creationId xmlns:a16="http://schemas.microsoft.com/office/drawing/2014/main" id="{7990CA53-BB02-9E19-9671-804AA202785E}"/>
              </a:ext>
            </a:extLst>
          </p:cNvPr>
          <p:cNvSpPr/>
          <p:nvPr/>
        </p:nvSpPr>
        <p:spPr>
          <a:xfrm>
            <a:off x="1002142" y="1490204"/>
            <a:ext cx="10351659" cy="1938796"/>
          </a:xfrm>
          <a:prstGeom prst="round2DiagRect">
            <a:avLst/>
          </a:prstGeom>
          <a:solidFill>
            <a:srgbClr val="474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CH" sz="6000">
                <a:solidFill>
                  <a:schemeClr val="bg1"/>
                </a:solidFill>
              </a:rPr>
              <a:t>Color Racer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7A589E0-2139-54BD-7398-5407D4B30DD3}"/>
              </a:ext>
            </a:extLst>
          </p:cNvPr>
          <p:cNvCxnSpPr>
            <a:cxnSpLocks/>
          </p:cNvCxnSpPr>
          <p:nvPr/>
        </p:nvCxnSpPr>
        <p:spPr>
          <a:xfrm>
            <a:off x="306993" y="524108"/>
            <a:ext cx="11574966" cy="0"/>
          </a:xfrm>
          <a:prstGeom prst="line">
            <a:avLst/>
          </a:prstGeom>
          <a:ln>
            <a:solidFill>
              <a:srgbClr val="474747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05EB982-844D-4FCF-0BBA-AFD8A7FFD2DE}"/>
              </a:ext>
            </a:extLst>
          </p:cNvPr>
          <p:cNvCxnSpPr>
            <a:cxnSpLocks/>
          </p:cNvCxnSpPr>
          <p:nvPr/>
        </p:nvCxnSpPr>
        <p:spPr>
          <a:xfrm>
            <a:off x="306993" y="6341328"/>
            <a:ext cx="11574966" cy="0"/>
          </a:xfrm>
          <a:prstGeom prst="line">
            <a:avLst/>
          </a:prstGeom>
          <a:ln>
            <a:solidFill>
              <a:srgbClr val="474747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12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1F8B3459-293D-6472-2927-0CF5A2B3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198" y="85973"/>
            <a:ext cx="9501603" cy="66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91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6539-A270-D9C0-1D8B-C5261D1A1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CFB513-0BBB-A84C-16D0-830C43D02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3F83A9C-6C59-2EF2-7DF8-11A074FEB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483DEB5-6868-B087-B92F-F767B287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10070432" cy="2992414"/>
          </a:xfrm>
        </p:spPr>
        <p:txBody>
          <a:bodyPr>
            <a:normAutofit fontScale="90000"/>
          </a:bodyPr>
          <a:lstStyle/>
          <a:p>
            <a:pPr algn="ctr"/>
            <a:br>
              <a:rPr lang="de-CH"/>
            </a:br>
            <a:br>
              <a:rPr lang="de-CH"/>
            </a:br>
            <a:br>
              <a:rPr lang="de-CH"/>
            </a:br>
            <a:r>
              <a:rPr lang="de-CH" sz="6700">
                <a:solidFill>
                  <a:schemeClr val="bg1"/>
                </a:solidFill>
              </a:rPr>
              <a:t>Demo </a:t>
            </a:r>
            <a:br>
              <a:rPr lang="de-CH" sz="67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de-CH" sz="6700">
                <a:solidFill>
                  <a:schemeClr val="bg2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br>
              <a:rPr lang="de-CH" sz="4400"/>
            </a:b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D62C384-4199-C76B-BFE2-72E38526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47" y="4474343"/>
            <a:ext cx="9593179" cy="99601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6" name="Rechteck: diagonal liegende Ecken abgerundet 5">
            <a:extLst>
              <a:ext uri="{FF2B5EF4-FFF2-40B4-BE49-F238E27FC236}">
                <a16:creationId xmlns:a16="http://schemas.microsoft.com/office/drawing/2014/main" id="{7339A82A-36AB-83B4-8839-F55411F3BB0B}"/>
              </a:ext>
            </a:extLst>
          </p:cNvPr>
          <p:cNvSpPr/>
          <p:nvPr/>
        </p:nvSpPr>
        <p:spPr>
          <a:xfrm>
            <a:off x="2944876" y="1536700"/>
            <a:ext cx="6299200" cy="3784600"/>
          </a:xfrm>
          <a:prstGeom prst="round2DiagRect">
            <a:avLst/>
          </a:prstGeom>
          <a:solidFill>
            <a:srgbClr val="474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CH" sz="6000" b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Demo</a:t>
            </a:r>
          </a:p>
        </p:txBody>
      </p:sp>
      <p:sp>
        <p:nvSpPr>
          <p:cNvPr id="2" name="Gleichschenkliges Dreieck 1">
            <a:extLst>
              <a:ext uri="{FF2B5EF4-FFF2-40B4-BE49-F238E27FC236}">
                <a16:creationId xmlns:a16="http://schemas.microsoft.com/office/drawing/2014/main" id="{CB9D84FF-5F10-172B-4975-FD6452F479E3}"/>
              </a:ext>
            </a:extLst>
          </p:cNvPr>
          <p:cNvSpPr/>
          <p:nvPr/>
        </p:nvSpPr>
        <p:spPr>
          <a:xfrm rot="5400000">
            <a:off x="7376762" y="3136321"/>
            <a:ext cx="619024" cy="59178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95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5731AA-7850-4DB0-6F8D-D0F85B78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Projektorganisation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572C545-73CC-34AD-BA1C-82FF6E287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686" y="1390704"/>
            <a:ext cx="7763540" cy="5297707"/>
          </a:xfrm>
          <a:prstGeom prst="rect">
            <a:avLst/>
          </a:prstGeo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A7AA8BBB-FF54-BDB5-112A-9740C074842C}"/>
              </a:ext>
            </a:extLst>
          </p:cNvPr>
          <p:cNvSpPr/>
          <p:nvPr/>
        </p:nvSpPr>
        <p:spPr>
          <a:xfrm>
            <a:off x="9004712" y="-88959"/>
            <a:ext cx="6820077" cy="7035918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316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08B23-9DD3-62A2-25E7-F91B21412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Qualitätssicherung: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888202E-9768-AC57-A8CB-1CA351786149}"/>
              </a:ext>
            </a:extLst>
          </p:cNvPr>
          <p:cNvSpPr/>
          <p:nvPr/>
        </p:nvSpPr>
        <p:spPr>
          <a:xfrm>
            <a:off x="8934058" y="-151344"/>
            <a:ext cx="7067000" cy="71606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EC3AC-E94A-0417-68E8-B067D6E7099B}"/>
              </a:ext>
            </a:extLst>
          </p:cNvPr>
          <p:cNvSpPr txBox="1"/>
          <p:nvPr/>
        </p:nvSpPr>
        <p:spPr>
          <a:xfrm>
            <a:off x="791533" y="1807534"/>
            <a:ext cx="2091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Code Coverage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FB1B0-7062-2A28-36ED-2FC804A2CE91}"/>
              </a:ext>
            </a:extLst>
          </p:cNvPr>
          <p:cNvSpPr txBox="1"/>
          <p:nvPr/>
        </p:nvSpPr>
        <p:spPr>
          <a:xfrm>
            <a:off x="768281" y="3592346"/>
            <a:ext cx="251423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Metrics Reloaded</a:t>
            </a:r>
          </a:p>
        </p:txBody>
      </p:sp>
      <p:pic>
        <p:nvPicPr>
          <p:cNvPr id="9" name="Picture 8" descr="IntelliJ IDEA, a JetBrains IDE">
            <a:extLst>
              <a:ext uri="{FF2B5EF4-FFF2-40B4-BE49-F238E27FC236}">
                <a16:creationId xmlns:a16="http://schemas.microsoft.com/office/drawing/2014/main" id="{0A2E32D6-5A99-BB5B-381E-ED3801F7C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1" r="7571" b="11301"/>
          <a:stretch/>
        </p:blipFill>
        <p:spPr>
          <a:xfrm>
            <a:off x="864263" y="4170969"/>
            <a:ext cx="1640996" cy="1579227"/>
          </a:xfrm>
          <a:prstGeom prst="rect">
            <a:avLst/>
          </a:prstGeom>
        </p:spPr>
      </p:pic>
      <p:pic>
        <p:nvPicPr>
          <p:cNvPr id="11" name="Picture 10" descr="Cobertura en un proyecto maven multimódulo con JaCoCo - Adictos al trabajo">
            <a:extLst>
              <a:ext uri="{FF2B5EF4-FFF2-40B4-BE49-F238E27FC236}">
                <a16:creationId xmlns:a16="http://schemas.microsoft.com/office/drawing/2014/main" id="{B3A34669-7640-7CAD-22F0-95987D7DA6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2" t="12069" r="9892" b="14368"/>
          <a:stretch/>
        </p:blipFill>
        <p:spPr>
          <a:xfrm>
            <a:off x="265148" y="2269199"/>
            <a:ext cx="3017364" cy="994996"/>
          </a:xfrm>
          <a:prstGeom prst="rect">
            <a:avLst/>
          </a:prstGeom>
        </p:spPr>
      </p:pic>
      <p:sp>
        <p:nvSpPr>
          <p:cNvPr id="15" name="Rechteck: abgerundete Ecken 4">
            <a:extLst>
              <a:ext uri="{FF2B5EF4-FFF2-40B4-BE49-F238E27FC236}">
                <a16:creationId xmlns:a16="http://schemas.microsoft.com/office/drawing/2014/main" id="{31FE2A00-3201-CB7A-ED36-6D21041B9EB5}"/>
              </a:ext>
            </a:extLst>
          </p:cNvPr>
          <p:cNvSpPr/>
          <p:nvPr/>
        </p:nvSpPr>
        <p:spPr>
          <a:xfrm>
            <a:off x="3768911" y="1807534"/>
            <a:ext cx="4684053" cy="394266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de-CH" sz="240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Code Coverage</a:t>
            </a:r>
            <a:endParaRPr lang="en-US" sz="240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endParaRPr lang="de-CH" sz="240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de-CH" sz="240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Lines </a:t>
            </a:r>
            <a:r>
              <a:rPr lang="de-CH" sz="2400" err="1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of</a:t>
            </a:r>
            <a:r>
              <a:rPr lang="de-CH" sz="240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 Code</a:t>
            </a:r>
          </a:p>
          <a:p>
            <a:endParaRPr lang="de-CH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Courier New,monospace" panose="02070309020205020404" pitchFamily="49" charset="0"/>
              <a:buChar char="o"/>
            </a:pPr>
            <a:r>
              <a:rPr lang="de-CH" sz="2400" err="1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zyklomatische</a:t>
            </a:r>
            <a:r>
              <a:rPr lang="de-CH" sz="240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 Komplexität</a:t>
            </a:r>
            <a:endParaRPr lang="en-US" sz="240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de-CH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6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20198-2CBA-4605-024B-2F3CE906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Regeln für den Code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97D09D-0F5E-B5BA-D371-B7A4091D8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Courier New" panose="02070309020205020404" pitchFamily="49" charset="0"/>
              <a:buChar char="o"/>
            </a:pPr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D9492C2-9413-67FB-99E4-A83A55A95747}"/>
              </a:ext>
            </a:extLst>
          </p:cNvPr>
          <p:cNvSpPr/>
          <p:nvPr/>
        </p:nvSpPr>
        <p:spPr>
          <a:xfrm>
            <a:off x="8917297" y="-127592"/>
            <a:ext cx="6767050" cy="698559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CDEEF20-06D7-EA64-87B5-1A8047849905}"/>
              </a:ext>
            </a:extLst>
          </p:cNvPr>
          <p:cNvSpPr/>
          <p:nvPr/>
        </p:nvSpPr>
        <p:spPr>
          <a:xfrm>
            <a:off x="933450" y="1825624"/>
            <a:ext cx="4206961" cy="43513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de-DE" sz="30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 </a:t>
            </a:r>
            <a:r>
              <a:rPr lang="de-DE" sz="30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logic</a:t>
            </a:r>
            <a:r>
              <a:rPr lang="de-DE" sz="30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Package game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Dice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Field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GameBoard</a:t>
            </a:r>
            <a:endParaRPr lang="de-DE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InitializeNeighbours</a:t>
            </a:r>
            <a:endParaRPr lang="de-DE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isValidField</a:t>
            </a:r>
            <a:endParaRPr lang="de-DE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D217BD87-D8D7-5F8F-6DCC-733DDE3514FB}"/>
              </a:ext>
            </a:extLst>
          </p:cNvPr>
          <p:cNvSpPr/>
          <p:nvPr/>
        </p:nvSpPr>
        <p:spPr>
          <a:xfrm>
            <a:off x="5381624" y="1825624"/>
            <a:ext cx="3173724" cy="43513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de-DE" sz="3000" b="1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gamestate</a:t>
            </a:r>
            <a:r>
              <a:rPr lang="de-DE" sz="30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Variabel vom Typ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</a:t>
            </a:r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-&gt; 1 open</a:t>
            </a:r>
          </a:p>
          <a:p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-&gt; 2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ongoing</a:t>
            </a:r>
            <a:endParaRPr lang="de-DE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de-DE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-&gt; 3 </a:t>
            </a:r>
            <a:r>
              <a:rPr lang="de-DE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finished</a:t>
            </a:r>
            <a:endParaRPr lang="de-DE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7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A2D2-4F83-E3D5-CFA9-1A836C3FE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3F57B-1B68-8415-3C02-29A40825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b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Technologien und Hilfsmittel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9CF5F21-FA2F-A26E-9BFE-49DF9DD0832E}"/>
              </a:ext>
            </a:extLst>
          </p:cNvPr>
          <p:cNvSpPr/>
          <p:nvPr/>
        </p:nvSpPr>
        <p:spPr>
          <a:xfrm>
            <a:off x="834651" y="1742657"/>
            <a:ext cx="3308724" cy="41572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30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Libraries: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endParaRPr lang="de-CH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Mockito</a:t>
            </a:r>
            <a:endParaRPr lang="de-CH" sz="2400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de-CH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GitLab</a:t>
            </a:r>
            <a:r>
              <a:rPr lang="de-CH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CH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Issue</a:t>
            </a:r>
            <a:r>
              <a:rPr lang="de-CH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Tracker</a:t>
            </a:r>
          </a:p>
          <a:p>
            <a:pPr marL="285750" indent="-285750" algn="ctr">
              <a:buFont typeface="Courier New" panose="02070309020205020404" pitchFamily="49" charset="0"/>
              <a:buChar char="o"/>
            </a:pPr>
            <a:endParaRPr lang="de-CH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3C3DA39-0158-AF49-EB81-A73E5BDFE726}"/>
              </a:ext>
            </a:extLst>
          </p:cNvPr>
          <p:cNvSpPr/>
          <p:nvPr/>
        </p:nvSpPr>
        <p:spPr>
          <a:xfrm>
            <a:off x="4351027" y="1742657"/>
            <a:ext cx="2518268" cy="415727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3000" b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GUI:</a:t>
            </a:r>
          </a:p>
          <a:p>
            <a:pPr algn="ctr"/>
            <a:endParaRPr lang="de-CH">
              <a:solidFill>
                <a:schemeClr val="tx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de-CH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JavaFX Scene </a:t>
            </a:r>
            <a:r>
              <a:rPr lang="de-CH" sz="2400" err="1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Builder</a:t>
            </a:r>
            <a:r>
              <a:rPr lang="de-CH" sz="2400">
                <a:solidFill>
                  <a:schemeClr val="tx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2.0</a:t>
            </a:r>
          </a:p>
        </p:txBody>
      </p:sp>
      <p:pic>
        <p:nvPicPr>
          <p:cNvPr id="1026" name="Picture 2" descr="Microsoft OneNote Logo PNG vector in SVG, PDF, AI, CDR format">
            <a:extLst>
              <a:ext uri="{FF2B5EF4-FFF2-40B4-BE49-F238E27FC236}">
                <a16:creationId xmlns:a16="http://schemas.microsoft.com/office/drawing/2014/main" id="{EBC64A6C-D980-29C0-13F1-5C32B25F5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295" y="2043000"/>
            <a:ext cx="1850603" cy="13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Почему не работает Дискорд мессенджер сегодня Февраль 2025">
            <a:extLst>
              <a:ext uri="{FF2B5EF4-FFF2-40B4-BE49-F238E27FC236}">
                <a16:creationId xmlns:a16="http://schemas.microsoft.com/office/drawing/2014/main" id="{BAFE8680-1A72-870A-DB4F-10D7FB064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583" y="3450989"/>
            <a:ext cx="1743228" cy="174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llipse 8">
            <a:extLst>
              <a:ext uri="{FF2B5EF4-FFF2-40B4-BE49-F238E27FC236}">
                <a16:creationId xmlns:a16="http://schemas.microsoft.com/office/drawing/2014/main" id="{01600C12-51D3-10A5-0D5D-D7596B91A57C}"/>
              </a:ext>
            </a:extLst>
          </p:cNvPr>
          <p:cNvSpPr/>
          <p:nvPr/>
        </p:nvSpPr>
        <p:spPr>
          <a:xfrm>
            <a:off x="8823724" y="-97492"/>
            <a:ext cx="6797409" cy="705298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7092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2318-6BF2-A283-28BA-0DA5C20ED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56A863-0E47-8FC5-27FE-EB99224FA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0505A25-B506-D46F-71B9-70B9401D1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A71E704-462B-8F57-57F5-63135438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10070432" cy="2992414"/>
          </a:xfrm>
        </p:spPr>
        <p:txBody>
          <a:bodyPr>
            <a:normAutofit fontScale="90000"/>
          </a:bodyPr>
          <a:lstStyle/>
          <a:p>
            <a:pPr algn="ctr"/>
            <a:br>
              <a:rPr lang="de-CH"/>
            </a:br>
            <a:br>
              <a:rPr lang="de-CH"/>
            </a:br>
            <a:br>
              <a:rPr lang="de-CH"/>
            </a:br>
            <a:r>
              <a:rPr lang="de-CH" sz="6700">
                <a:solidFill>
                  <a:schemeClr val="bg1"/>
                </a:solidFill>
              </a:rPr>
              <a:t>Demo </a:t>
            </a:r>
            <a:br>
              <a:rPr lang="de-CH" sz="670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de-CH" sz="6700">
                <a:solidFill>
                  <a:schemeClr val="bg2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br>
              <a:rPr lang="de-CH" sz="4400"/>
            </a:br>
            <a:endParaRPr lang="de-CH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3498959-F592-CD0B-85C3-07BC3A413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47" y="4474343"/>
            <a:ext cx="9593179" cy="99601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CH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6" name="Rechteck: diagonal liegende Ecken abgerundet 5">
            <a:extLst>
              <a:ext uri="{FF2B5EF4-FFF2-40B4-BE49-F238E27FC236}">
                <a16:creationId xmlns:a16="http://schemas.microsoft.com/office/drawing/2014/main" id="{9C4D912D-482F-4568-F057-84212A020E19}"/>
              </a:ext>
            </a:extLst>
          </p:cNvPr>
          <p:cNvSpPr/>
          <p:nvPr/>
        </p:nvSpPr>
        <p:spPr>
          <a:xfrm>
            <a:off x="2946400" y="1536700"/>
            <a:ext cx="6299200" cy="3784600"/>
          </a:xfrm>
          <a:prstGeom prst="round2DiagRect">
            <a:avLst/>
          </a:prstGeom>
          <a:solidFill>
            <a:srgbClr val="474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6000" b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Fragen?</a:t>
            </a:r>
          </a:p>
        </p:txBody>
      </p:sp>
    </p:spTree>
    <p:extLst>
      <p:ext uri="{BB962C8B-B14F-4D97-AF65-F5344CB8AC3E}">
        <p14:creationId xmlns:p14="http://schemas.microsoft.com/office/powerpoint/2010/main" val="4003264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Microsoft Office PowerPoint</Application>
  <PresentationFormat>Breitbild</PresentationFormat>
  <Paragraphs>44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 Light</vt:lpstr>
      <vt:lpstr>Courier New</vt:lpstr>
      <vt:lpstr>Courier New,monospace</vt:lpstr>
      <vt:lpstr>Wingdings</vt:lpstr>
      <vt:lpstr>Office</vt:lpstr>
      <vt:lpstr>   Ein strategisches Rennspiel mit Farben </vt:lpstr>
      <vt:lpstr>PowerPoint-Präsentation</vt:lpstr>
      <vt:lpstr>   Demo    </vt:lpstr>
      <vt:lpstr>Projektorganisation </vt:lpstr>
      <vt:lpstr>Qualitätssicherung:</vt:lpstr>
      <vt:lpstr>Regeln für den Code </vt:lpstr>
      <vt:lpstr>Technologien und Hilfsmittel</vt:lpstr>
      <vt:lpstr>   Demo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Svalina</dc:creator>
  <cp:lastModifiedBy>Ana Svalina</cp:lastModifiedBy>
  <cp:revision>1</cp:revision>
  <dcterms:created xsi:type="dcterms:W3CDTF">2025-02-28T12:21:23Z</dcterms:created>
  <dcterms:modified xsi:type="dcterms:W3CDTF">2025-04-09T13:22:10Z</dcterms:modified>
</cp:coreProperties>
</file>